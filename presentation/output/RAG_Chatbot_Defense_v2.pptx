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svg" ContentType="image/svg+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13ed4e33ce44d3b" /><Relationship Type="http://schemas.openxmlformats.org/officeDocument/2006/relationships/extended-properties" Target="/docProps/app.xml" Id="R114cf3cd3571406e" /><Relationship Type="http://schemas.openxmlformats.org/officeDocument/2006/relationships/officeDocument" Target="/ppt/presentation.xml" Id="R888df0ace399408a"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8eaa188ef1cb46e2"/>
  </p:sldMasterIdLst>
  <p:notesMasterIdLst>
    <p:notesMasterId xmlns:r="http://schemas.openxmlformats.org/officeDocument/2006/relationships" r:id="Rc585064af5b14bbc"/>
  </p:notesMasterIdLst>
  <p:sldIdLst>
    <p:sldId xmlns:r="http://schemas.openxmlformats.org/officeDocument/2006/relationships" id="256" r:id="R70aa94a296aa465f"/>
    <p:sldId xmlns:r="http://schemas.openxmlformats.org/officeDocument/2006/relationships" id="257" r:id="Rb6fb5f015dd44724"/>
    <p:sldId xmlns:r="http://schemas.openxmlformats.org/officeDocument/2006/relationships" id="258" r:id="R0dbd4d2e889b45bb"/>
    <p:sldId xmlns:r="http://schemas.openxmlformats.org/officeDocument/2006/relationships" id="259" r:id="Rf487fdaa966c4435"/>
    <p:sldId xmlns:r="http://schemas.openxmlformats.org/officeDocument/2006/relationships" id="260" r:id="R1de8e32e4a294d38"/>
    <p:sldId xmlns:r="http://schemas.openxmlformats.org/officeDocument/2006/relationships" id="261" r:id="R651c4b9ce11f4d17"/>
    <p:sldId xmlns:r="http://schemas.openxmlformats.org/officeDocument/2006/relationships" id="262" r:id="R9e27ccb56605426d"/>
    <p:sldId xmlns:r="http://schemas.openxmlformats.org/officeDocument/2006/relationships" id="263" r:id="R7567b91a6b194ac8"/>
  </p:sldIdLst>
  <p:sldSz cx="18288000" cy="10287000"/>
  <p:notesSz cx="6858000" cy="9144000"/>
  <p:embeddedFontLst>
    <p:embeddedFont>
      <p:font typeface="Barlow SemiCondensed Bold"/>
      <p:regular xmlns:r="http://schemas.openxmlformats.org/officeDocument/2006/relationships" r:id="Rf58427e014fd452b"/>
    </p:embeddedFont>
    <p:embeddedFont>
      <p:font typeface="Work Sans"/>
      <p:regular xmlns:r="http://schemas.openxmlformats.org/officeDocument/2006/relationships" r:id="R8ec5cef89b8e4535"/>
    </p:embeddedFont>
    <p:embeddedFont>
      <p:font typeface="Work Sans Italics"/>
      <p:regular xmlns:r="http://schemas.openxmlformats.org/officeDocument/2006/relationships" r:id="R6cbb0cfa91ea4059"/>
    </p:embeddedFont>
    <p:embeddedFont>
      <p:font typeface="Work Sans Bold"/>
      <p:regular xmlns:r="http://schemas.openxmlformats.org/officeDocument/2006/relationships" r:id="Rdc8a7c71de474eeb"/>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0fc1098b63184ffd" /><Relationship Type="http://schemas.openxmlformats.org/officeDocument/2006/relationships/slideMaster" Target="/ppt/slideMasters/slideMaster1.xml" Id="R8eaa188ef1cb46e2" /><Relationship Type="http://schemas.openxmlformats.org/officeDocument/2006/relationships/notesMaster" Target="/ppt/notesMasters/notesMaster1.xml" Id="Rc585064af5b14bbc" /><Relationship Type="http://schemas.openxmlformats.org/officeDocument/2006/relationships/presProps" Target="/ppt/presProps.xml" Id="Rd7bb5eb26332472f" /><Relationship Type="http://schemas.openxmlformats.org/officeDocument/2006/relationships/viewProps" Target="/ppt/viewProps.xml" Id="Rbbde8fde427947cc" /><Relationship Type="http://schemas.openxmlformats.org/officeDocument/2006/relationships/tableStyles" Target="/ppt/tableStyles.xml" Id="Rf970e3c818844fe5" /><Relationship Type="http://schemas.openxmlformats.org/officeDocument/2006/relationships/font" Target="/ppt/fonts/font.dat" Id="Rf58427e014fd452b" /><Relationship Type="http://schemas.openxmlformats.org/officeDocument/2006/relationships/font" Target="/ppt/fonts/font2.dat" Id="R8ec5cef89b8e4535" /><Relationship Type="http://schemas.openxmlformats.org/officeDocument/2006/relationships/font" Target="/ppt/fonts/font3.dat" Id="R6cbb0cfa91ea4059" /><Relationship Type="http://schemas.openxmlformats.org/officeDocument/2006/relationships/font" Target="/ppt/fonts/font4.dat" Id="Rdc8a7c71de474eeb" /><Relationship Type="http://schemas.openxmlformats.org/officeDocument/2006/relationships/slide" Target="/ppt/slides/slide1.xml" Id="R70aa94a296aa465f" /><Relationship Type="http://schemas.openxmlformats.org/officeDocument/2006/relationships/slide" Target="/ppt/slides/slide2.xml" Id="Rb6fb5f015dd44724" /><Relationship Type="http://schemas.openxmlformats.org/officeDocument/2006/relationships/slide" Target="/ppt/slides/slide3.xml" Id="R0dbd4d2e889b45bb" /><Relationship Type="http://schemas.openxmlformats.org/officeDocument/2006/relationships/slide" Target="/ppt/slides/slide4.xml" Id="Rf487fdaa966c4435" /><Relationship Type="http://schemas.openxmlformats.org/officeDocument/2006/relationships/slide" Target="/ppt/slides/slide5.xml" Id="R1de8e32e4a294d38" /><Relationship Type="http://schemas.openxmlformats.org/officeDocument/2006/relationships/slide" Target="/ppt/slides/slide6.xml" Id="R651c4b9ce11f4d17" /><Relationship Type="http://schemas.openxmlformats.org/officeDocument/2006/relationships/slide" Target="/ppt/slides/slide7.xml" Id="R9e27ccb56605426d" /><Relationship Type="http://schemas.openxmlformats.org/officeDocument/2006/relationships/slide" Target="/ppt/slides/slide8.xml" Id="R7567b91a6b194ac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5091fdda5324b5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1273148c62147cd" /><Relationship Type="http://schemas.openxmlformats.org/officeDocument/2006/relationships/notesMaster" Target="/ppt/notesMasters/notesMaster1.xml" Id="R0700663149964570" /></Relationships>
</file>

<file path=ppt/notesSlides/_rels/notesSlide2.xml.rels>&#65279;<?xml version="1.0" encoding="utf-8"?><Relationships xmlns="http://schemas.openxmlformats.org/package/2006/relationships"><Relationship Type="http://schemas.openxmlformats.org/officeDocument/2006/relationships/slide" Target="/ppt/slides/slide2.xml" Id="R48c07c22cf1d4f7f" /><Relationship Type="http://schemas.openxmlformats.org/officeDocument/2006/relationships/notesMaster" Target="/ppt/notesMasters/notesMaster1.xml" Id="Rb0d2a853e4f84f50" /></Relationships>
</file>

<file path=ppt/notesSlides/_rels/notesSlide3.xml.rels>&#65279;<?xml version="1.0" encoding="utf-8"?><Relationships xmlns="http://schemas.openxmlformats.org/package/2006/relationships"><Relationship Type="http://schemas.openxmlformats.org/officeDocument/2006/relationships/slide" Target="/ppt/slides/slide3.xml" Id="R09cee49117b04362" /><Relationship Type="http://schemas.openxmlformats.org/officeDocument/2006/relationships/notesMaster" Target="/ppt/notesMasters/notesMaster1.xml" Id="R26dcefe844514971" /></Relationships>
</file>

<file path=ppt/notesSlides/_rels/notesSlide4.xml.rels>&#65279;<?xml version="1.0" encoding="utf-8"?><Relationships xmlns="http://schemas.openxmlformats.org/package/2006/relationships"><Relationship Type="http://schemas.openxmlformats.org/officeDocument/2006/relationships/slide" Target="/ppt/slides/slide4.xml" Id="R3e1d48327c9b4f91" /><Relationship Type="http://schemas.openxmlformats.org/officeDocument/2006/relationships/notesMaster" Target="/ppt/notesMasters/notesMaster1.xml" Id="Raf5e19d4e40c426e" /></Relationships>
</file>

<file path=ppt/notesSlides/_rels/notesSlide5.xml.rels>&#65279;<?xml version="1.0" encoding="utf-8"?><Relationships xmlns="http://schemas.openxmlformats.org/package/2006/relationships"><Relationship Type="http://schemas.openxmlformats.org/officeDocument/2006/relationships/slide" Target="/ppt/slides/slide5.xml" Id="Rb7d0efeeed3d4f7a" /><Relationship Type="http://schemas.openxmlformats.org/officeDocument/2006/relationships/notesMaster" Target="/ppt/notesMasters/notesMaster1.xml" Id="Raab08d70260f4822" /></Relationships>
</file>

<file path=ppt/notesSlides/_rels/notesSlide6.xml.rels>&#65279;<?xml version="1.0" encoding="utf-8"?><Relationships xmlns="http://schemas.openxmlformats.org/package/2006/relationships"><Relationship Type="http://schemas.openxmlformats.org/officeDocument/2006/relationships/slide" Target="/ppt/slides/slide6.xml" Id="Ra4c3d287c4624122" /><Relationship Type="http://schemas.openxmlformats.org/officeDocument/2006/relationships/notesMaster" Target="/ppt/notesMasters/notesMaster1.xml" Id="R14151e4ca10f4796" /></Relationships>
</file>

<file path=ppt/notesSlides/_rels/notesSlide7.xml.rels>&#65279;<?xml version="1.0" encoding="utf-8"?><Relationships xmlns="http://schemas.openxmlformats.org/package/2006/relationships"><Relationship Type="http://schemas.openxmlformats.org/officeDocument/2006/relationships/slide" Target="/ppt/slides/slide7.xml" Id="R28ca642290fb489e" /><Relationship Type="http://schemas.openxmlformats.org/officeDocument/2006/relationships/notesMaster" Target="/ppt/notesMasters/notesMaster1.xml" Id="R330dbe13d7b54a01" /></Relationships>
</file>

<file path=ppt/notesSlides/_rels/notesSlide8.xml.rels>&#65279;<?xml version="1.0" encoding="utf-8"?><Relationships xmlns="http://schemas.openxmlformats.org/package/2006/relationships"><Relationship Type="http://schemas.openxmlformats.org/officeDocument/2006/relationships/slide" Target="/ppt/slides/slide8.xml" Id="R464528f288e046bb" /><Relationship Type="http://schemas.openxmlformats.org/officeDocument/2006/relationships/notesMaster" Target="/ppt/notesMasters/notesMaster1.xml" Id="R532c0433e8d94c3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секунд. Сайн байна уу. Намайг Ц. Тэнгис гэдэг. Би CallPro Labs компанид хийсэн үйлдвэрлэлийн дадлагынхаа хүрээнд хөгжүүлсэн баримтад тулгуурласан RAG чатботын ажлыг танилцуулна.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 секунд. CallPro Labs нь CallPro-ийн AI чиглэлийн ажлыг гүйцэтгэдэг. Миний өдөр тутмын ажил нь оператор, хэрэглэгчийн таван секундээс нэг минут орчим аудиог сонсож, сул авиа хүртэл нь орхилгүй текст болгон буулгах байсан. Энэ өгөгдөл дараагийн шатны хяналтаар орж, speech-to-text загварын сургалтад ашиглагддаг. Үүний зэрэгцээ дадлагын удирдагчийн зөвлөмжөөр RAG чатботын бие даасан төслийг хийсэн.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секунд. Байгууллагын мэдлэг PDF тайлан, журам, гарын авлагад тархан хадгалагддаг. Хэрэглэгч аль файлд байгааг таамаглан нээж хайдаг бөгөөд түлхүүр үг өөр байвал хэрэгтэй хэсэг олдохгүй. Иймээс хэрэглэгч өөрийн баримтыг оруулж, утгаар хайсан хэсэгтээ тулгуурласан хариулт болон эх сурвалж авах систем бүтээх зорилго тавьсан.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65 секунд. Эхлээд функц бичихээс өмнө системийн шаардлага, өгөгдлийн урсгал, олон хэрэглэгчийн тусгаарлалтыг тодорхойлсон. Дараа нь web болон mobile нэг API ашиглахаар архитектураа тогтоосон. Энгийн өгөгдөл болон embedding векторыг нэг газар хадгалахын тулд PostgreSQL дээр pgvector ашигласан. TypeScript ашиглан React, Fastify, Expo клиентүүдийн өгөгдлийн бүтцийг нийцүүлсэн. Ингээд баримт боловсруулах урсгалаас эхэлж, хайлт, хариулт, auth, клиент, байршуулалт гэсэн дарааллаар хөгжүүлсэн.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65 секунд. Энэ зурагт хоёр клиент нэг Fastify API руу хандаж байгааг харуулсан. API нь documents, ingestion, retrieval, chat, auth гэсэн модулиудад хуваагдсан. PostgreSQL нь хэрэглэгч, баримт, чат зэрэг энгийн өгөгдөлтэй хамт 768 хэмжээст embedding векторыг хадгалдаг. Better Auth-аас ирсэн хэрэглэгчийн id бүх баримт, chunk, conversation, message хүсэлтэд шүүлт болдог. Gemini түлхүүр зөвхөн backend дээр хадгалагддаг.</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 секунд. RAG дээр надад шинээр орж ирсэн гол ойлголтуудыг хэрэгжүүлэлттэй нь холбож тайлбарлая. Chunk гэдэг нь урт баримтыг давхцалтай жижиг хэсгүүдэд хуваах үйлдэл. Embedding нь хэсгийн утгыг 768 хэмжээст тоон вектор болгодог. Асуултыг мөн вектор болгож, cosine similarity болон HNSW индексээр ойр хэсгүүдийг олно. Олдсон хэсгийг context болгон Gemini-д өгч, зөвхөн түүний хүрээнд хариулахыг заасан. Ингэснээр хариулт бүрт ашигласан source snippet-ийг харуулах боломжтой болсон.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 секунд. Үндсэн урсгалыг PDF, шууд текст, боловсруулалтын төлөв, grounded хариулт, эх сурвалжаар шалгасан. Android APK-г бодит төхөөрөмж дээр суулгаж, production API-тай ажиллуулсан. Хоёр тусдаа бүртгэлээр нэг хэрэглэгчийн баримт, чат нөгөөд харагдахгүйг баталгаажуулсан. Хөгжүүлэлтийн үед кирилл баримт ба латин асуултын similarity бага гарахад threshold-ыг туршилтаар тохируулсан. Мөн Gemini-ийн 429 квот, mobile API хаяг, boot loop, production release-ийн drain болон rollback асуудлуудыг шийдсэн. Mobile UI болон анхны cold start одоогийн мэдэгдэж буй хязгаарлалт.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секунд. Дүгнэж хэлбэл, дадлагын хугацаанд баримтад тулгуурлан хариулдаг RAG системийн бүрэн урсгалыг судалгаанаас эхлэн хөгжүүлж, web, mobile болон production орчинд баталгаажуулсан. Энэ ажлаар RAG, vector search, authentication, container deployment, CI/CD болон алдаа оношлох практик чадваруудыг эзэмшсэн. Анхаарал хандуулсанд баярлалаа. Асуулт байвал хариулъя.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1f5607a63dc459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efc5e6438fa4b1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b73ec938564463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c78f72d2ccd4d1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acc5b5bd0284d1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609b971a2bd4d84"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937ca3223f174621"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b2aee75ae08146d6"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ab6ba3768ae4450e"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ff79bdc7c22744ca"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761192ed117347c7"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0E63339-CB1D-4258-A628-54F4B153EE1C}"/>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D0283FAB-1FF1-4328-A304-D596EF1BED1F}"/>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7856D1E8-9D0E-430E-B528-00EE41380C5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48E82292-C6E1-45D2-BEC8-FDA1255A1EE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19CE088-8D44-4FA9-8AB1-29438298394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1BC790E-3B2E-4A94-89EF-6D1F7B87810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77FE3257-8AB1-4456-80D9-6B5D7F79EBE0}"/>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793AAE7E-AA0F-427C-B865-7FA3C3F50A2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AC707B18-EB9F-418F-8105-109D8F20761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CA77E7C-4B7B-4894-8272-9681219614D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AC1DD79-E832-4507-B66F-6B1DF0287DF6}"/>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178A7D7F-61F6-414C-80FB-12365A470E2F}"/>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D351C093-CF97-46E5-AF8D-88CB2415699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8019CBF7-431B-4691-AB2B-D104420040F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58FB0CE-1CEC-4300-82CA-88C3386FE38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0FB2293-6FE8-4ADB-94D1-E0D1254C195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CFD032E5-2415-4517-A471-44ED1C5A55EA}"/>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A3119D33-F931-49E3-8B3F-0E6C73B8B9FE}"/>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682731F0-B9BA-46B2-8609-94646752EA5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B1F195DA-D839-4E20-8190-3DF13A147F3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C73AB671-8AC0-4C16-9E4B-90CC49C35A7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8768B47-5FD4-46DA-9432-092BD0AEC25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7973E447-638C-4884-AE16-62EE6CCB54CE}"/>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5BEAA942-2095-4BF9-A3B0-C86C8992222F}"/>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BC29E186-61BE-4271-B7FE-4EC3BD111E4C}"/>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9914EAD8-091A-4D70-BA43-C7A322E95AC5}"/>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2BF72739-C36C-4409-B65E-8987DD63DFC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8" name="Footer Placeholder 7">
            <a:extLst xmlns:a="http://schemas.openxmlformats.org/drawingml/2006/main">
              <a:ext uri="{FF2B5EF4-FFF2-40B4-BE49-F238E27FC236}">
                <a16:creationId xmlns:a16="http://schemas.microsoft.com/office/drawing/2014/main" id="{717CA8D7-70CC-49CB-9B9E-A352EB4D42A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B54C2FA4-F7AD-413D-ADBA-9A18CEF86BA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E45A127-7751-4018-B610-F810BE81B6F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5C53B43C-5B14-41EF-97AB-74AD5C7729D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4" name="Footer Placeholder 3">
            <a:extLst xmlns:a="http://schemas.openxmlformats.org/drawingml/2006/main">
              <a:ext uri="{FF2B5EF4-FFF2-40B4-BE49-F238E27FC236}">
                <a16:creationId xmlns:a16="http://schemas.microsoft.com/office/drawing/2014/main" id="{51618CD3-B5E8-4EA1-A763-D5D8A44EA11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F8604121-4F39-42C1-A500-90E07E16C58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930BAB79-93F1-4FD8-B8B6-1146D069858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3" name="Footer Placeholder 2">
            <a:extLst xmlns:a="http://schemas.openxmlformats.org/drawingml/2006/main">
              <a:ext uri="{FF2B5EF4-FFF2-40B4-BE49-F238E27FC236}">
                <a16:creationId xmlns:a16="http://schemas.microsoft.com/office/drawing/2014/main" id="{DEF5D020-515A-4CA0-A48C-7ED2BC82384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6D18F8AE-6F13-4083-98AC-4E990B61435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41F77CB-3A1E-48A3-B2F8-CE7B3B6C75FE}"/>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B5FE112F-DF87-4752-B512-2F09BC99E174}"/>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AAB8E409-5BCB-4D9A-A249-C47E1B2E0496}"/>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413945B4-A306-4C6B-8EDA-35BFD626C80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67A64155-C64F-4D0C-87A5-56244C6809F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8EDD5A08-3F49-4A70-AFB0-EACB4216341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84CE3FE-9697-4386-9D2A-5A856B3BD998}"/>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1DF28FAD-30C5-4619-A50A-1A4C1688F870}"/>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394BD54F-1B38-4FE7-9CE6-A4456480E735}"/>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A409E974-E621-4A03-9C48-7031A58FF4C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646AC194-A575-4F2E-B00D-333B2E751D7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AB4BE6B8-ADC0-4ADD-87A1-8709CE27D3D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A402508-B93F-413F-8E38-BB45C7E7307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5E280035-5E52-4A13-8482-99CE0492E036}"/>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027667BD-6543-45EF-A87A-86F34A898AF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6F87C197-2A66-4A7B-9E23-54F1065EE4B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996E6C9-3D9E-4BED-99DA-59CD21C1355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20890224-6554-45B8-BD27-07351D9A887E}"/>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733CDB58-4DF4-4B5D-9638-5836CD8549DB}"/>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DF18A7BC-2F2D-4F49-9A6D-77F0F2791AA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7C2BDBA0-9ED2-439A-8CEE-68909BAAA30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E5A2E0F-F419-4EBD-A92C-9F240BF0075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45c01b782834f8c" /><Relationship Type="http://schemas.openxmlformats.org/officeDocument/2006/relationships/slideLayout" Target="/ppt/slideLayouts/slideLayout1.xml" Id="R3a6e6aeaf3c14b3d" /><Relationship Type="http://schemas.openxmlformats.org/officeDocument/2006/relationships/slideLayout" Target="/ppt/slideLayouts/slideLayout2.xml" Id="Ra289061c62034d46" /><Relationship Type="http://schemas.openxmlformats.org/officeDocument/2006/relationships/slideLayout" Target="/ppt/slideLayouts/slideLayout3.xml" Id="R0c151c0d4527499b" /><Relationship Type="http://schemas.openxmlformats.org/officeDocument/2006/relationships/slideLayout" Target="/ppt/slideLayouts/slideLayout4.xml" Id="Rd1f7173253054fe2" /><Relationship Type="http://schemas.openxmlformats.org/officeDocument/2006/relationships/slideLayout" Target="/ppt/slideLayouts/slideLayout5.xml" Id="R1fab071897074bdd" /><Relationship Type="http://schemas.openxmlformats.org/officeDocument/2006/relationships/slideLayout" Target="/ppt/slideLayouts/slideLayout6.xml" Id="R020b036df6f44889" /><Relationship Type="http://schemas.openxmlformats.org/officeDocument/2006/relationships/slideLayout" Target="/ppt/slideLayouts/slideLayout7.xml" Id="R629319c4a9004738" /><Relationship Type="http://schemas.openxmlformats.org/officeDocument/2006/relationships/slideLayout" Target="/ppt/slideLayouts/slideLayout8.xml" Id="R6037073ece534158" /><Relationship Type="http://schemas.openxmlformats.org/officeDocument/2006/relationships/slideLayout" Target="/ppt/slideLayouts/slideLayout9.xml" Id="R52315091e0f444fa" /><Relationship Type="http://schemas.openxmlformats.org/officeDocument/2006/relationships/slideLayout" Target="/ppt/slideLayouts/slideLayout10.xml" Id="R23560f23219d46c4" /><Relationship Type="http://schemas.openxmlformats.org/officeDocument/2006/relationships/slideLayout" Target="/ppt/slideLayouts/slideLayout11.xml" Id="Rb68b1521e8a841e5"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6B5E8B8F-DC56-4D18-B440-0B873A93121E}"/>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C904328E-CBF2-482A-BC81-5EBD120E50FF}"/>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F7445B2-C05F-4589-A48B-3BC55984A055}"/>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CE75ED62-6EA9-4DD0-8F92-CF4E1B3D31CB}"/>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6304088-7194-4D91-B9B3-6013FEB22EF8}"/>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a6e6aeaf3c14b3d"/>
    <p:sldLayoutId xmlns:r="http://schemas.openxmlformats.org/officeDocument/2006/relationships" id="2147483650" r:id="Ra289061c62034d46"/>
    <p:sldLayoutId xmlns:r="http://schemas.openxmlformats.org/officeDocument/2006/relationships" id="2147483651" r:id="R0c151c0d4527499b"/>
    <p:sldLayoutId xmlns:r="http://schemas.openxmlformats.org/officeDocument/2006/relationships" id="2147483652" r:id="Rd1f7173253054fe2"/>
    <p:sldLayoutId xmlns:r="http://schemas.openxmlformats.org/officeDocument/2006/relationships" id="2147483653" r:id="R1fab071897074bdd"/>
    <p:sldLayoutId xmlns:r="http://schemas.openxmlformats.org/officeDocument/2006/relationships" id="2147483654" r:id="R020b036df6f44889"/>
    <p:sldLayoutId xmlns:r="http://schemas.openxmlformats.org/officeDocument/2006/relationships" id="2147483655" r:id="R629319c4a9004738"/>
    <p:sldLayoutId xmlns:r="http://schemas.openxmlformats.org/officeDocument/2006/relationships" id="2147483656" r:id="R6037073ece534158"/>
    <p:sldLayoutId xmlns:r="http://schemas.openxmlformats.org/officeDocument/2006/relationships" id="2147483657" r:id="R52315091e0f444fa"/>
    <p:sldLayoutId xmlns:r="http://schemas.openxmlformats.org/officeDocument/2006/relationships" id="2147483658" r:id="R23560f23219d46c4"/>
    <p:sldLayoutId xmlns:r="http://schemas.openxmlformats.org/officeDocument/2006/relationships" id="2147483659" r:id="Rb68b1521e8a841e5"/>
  </p:sldLayoutIdLst>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dc5832b15bdd4b43" /><Relationship Type="http://schemas.openxmlformats.org/officeDocument/2006/relationships/image" Target="/ppt/media/image.png" Id="Re7d5c5bb849a4b0a" /><Relationship Type="http://schemas.openxmlformats.org/officeDocument/2006/relationships/image" Target="/ppt/media/image.svg" Id="Rb94f1df2b80343b0" /><Relationship Type="http://schemas.openxmlformats.org/officeDocument/2006/relationships/image" Target="/ppt/media/image2.png" Id="Rfbbb5d2c951f4cd7" /><Relationship Type="http://schemas.openxmlformats.org/officeDocument/2006/relationships/image" Target="/ppt/media/image2.svg" Id="R0cb2d8dd1fda4d0f" /><Relationship Type="http://schemas.openxmlformats.org/officeDocument/2006/relationships/image" Target="/ppt/media/image3.png" Id="Rd2a04b0510924b56" /><Relationship Type="http://schemas.openxmlformats.org/officeDocument/2006/relationships/image" Target="/ppt/media/image3.svg" Id="R070a36d5941947db" /><Relationship Type="http://schemas.openxmlformats.org/officeDocument/2006/relationships/notesSlide" Target="/ppt/notesSlides/notesSlide1.xml" Id="R7be8f24a7ec54359"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8c4d0a48aa324520" /><Relationship Type="http://schemas.openxmlformats.org/officeDocument/2006/relationships/image" Target="/ppt/media/image3.png" Id="R892a9b45a9c5476e" /><Relationship Type="http://schemas.openxmlformats.org/officeDocument/2006/relationships/image" Target="/ppt/media/image3.svg" Id="R494714a41f3446d3" /><Relationship Type="http://schemas.openxmlformats.org/officeDocument/2006/relationships/image" Target="/ppt/media/image2.png" Id="R2b58389e891d4b80" /><Relationship Type="http://schemas.openxmlformats.org/officeDocument/2006/relationships/image" Target="/ppt/media/image2.svg" Id="Rd0602cfb5d184395" /><Relationship Type="http://schemas.openxmlformats.org/officeDocument/2006/relationships/image" Target="/ppt/media/image.jpeg" Id="Rd52a1d79f35044e0" /><Relationship Type="http://schemas.openxmlformats.org/officeDocument/2006/relationships/image" Target="/ppt/media/image.png" Id="R903f205ed966492c" /><Relationship Type="http://schemas.openxmlformats.org/officeDocument/2006/relationships/image" Target="/ppt/media/image.svg" Id="Re42ffceac9fe45f2" /><Relationship Type="http://schemas.openxmlformats.org/officeDocument/2006/relationships/notesSlide" Target="/ppt/notesSlides/notesSlide2.xml" Id="R9dd00e29fed24f0e"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4eb7e2ef764e423a" /><Relationship Type="http://schemas.openxmlformats.org/officeDocument/2006/relationships/image" Target="/ppt/media/image3.png" Id="R437610d3e67544b6" /><Relationship Type="http://schemas.openxmlformats.org/officeDocument/2006/relationships/image" Target="/ppt/media/image3.svg" Id="Re6eac38d99b74ac5" /><Relationship Type="http://schemas.openxmlformats.org/officeDocument/2006/relationships/image" Target="/ppt/media/image.png" Id="R75e20149e1974852" /><Relationship Type="http://schemas.openxmlformats.org/officeDocument/2006/relationships/image" Target="/ppt/media/image.svg" Id="R677c3e15cc9b4c4c" /><Relationship Type="http://schemas.openxmlformats.org/officeDocument/2006/relationships/notesSlide" Target="/ppt/notesSlides/notesSlide3.xml" Id="Rd7236a044729454f"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bbb33793e14a41c3" /><Relationship Type="http://schemas.openxmlformats.org/officeDocument/2006/relationships/image" Target="/ppt/media/image2.png" Id="Rbc4baa1c655248a8" /><Relationship Type="http://schemas.openxmlformats.org/officeDocument/2006/relationships/image" Target="/ppt/media/image2.svg" Id="R4d0dac7bd03843b7" /><Relationship Type="http://schemas.openxmlformats.org/officeDocument/2006/relationships/image" Target="/ppt/media/image3.png" Id="R1ab36fb41ba64fa7" /><Relationship Type="http://schemas.openxmlformats.org/officeDocument/2006/relationships/image" Target="/ppt/media/image3.svg" Id="R49e73e2a5f86499d" /><Relationship Type="http://schemas.openxmlformats.org/officeDocument/2006/relationships/notesSlide" Target="/ppt/notesSlides/notesSlide4.xml" Id="R7a0f754389a74df2"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2d5a73a07d0c48b9" /><Relationship Type="http://schemas.openxmlformats.org/officeDocument/2006/relationships/image" Target="/ppt/media/image2.png" Id="R9ba14313d3a24d46" /><Relationship Type="http://schemas.openxmlformats.org/officeDocument/2006/relationships/image" Target="/ppt/media/image2.svg" Id="R45c5ddbb99ef4af3" /><Relationship Type="http://schemas.openxmlformats.org/officeDocument/2006/relationships/image" Target="/ppt/media/image4.png" Id="Rac9dd9d75fff4a55" /><Relationship Type="http://schemas.openxmlformats.org/officeDocument/2006/relationships/image" Target="/ppt/media/image3.png" Id="R83ee1b1a03a14516" /><Relationship Type="http://schemas.openxmlformats.org/officeDocument/2006/relationships/image" Target="/ppt/media/image3.svg" Id="R1600b6df32964e4e" /><Relationship Type="http://schemas.openxmlformats.org/officeDocument/2006/relationships/notesSlide" Target="/ppt/notesSlides/notesSlide5.xml" Id="R79deaec1c5f842da"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263abdaaaccf47e8" /><Relationship Type="http://schemas.openxmlformats.org/officeDocument/2006/relationships/image" Target="/ppt/media/image3.png" Id="R26904cfbf5bb49b7" /><Relationship Type="http://schemas.openxmlformats.org/officeDocument/2006/relationships/image" Target="/ppt/media/image3.svg" Id="R407f8307ad204313" /><Relationship Type="http://schemas.openxmlformats.org/officeDocument/2006/relationships/image" Target="/ppt/media/image.png" Id="Re0db89ada2de40fb" /><Relationship Type="http://schemas.openxmlformats.org/officeDocument/2006/relationships/image" Target="/ppt/media/image.svg" Id="R062b121cbc134a53" /><Relationship Type="http://schemas.openxmlformats.org/officeDocument/2006/relationships/image" Target="/ppt/media/image2.png" Id="Rdbe085b514294e9d" /><Relationship Type="http://schemas.openxmlformats.org/officeDocument/2006/relationships/image" Target="/ppt/media/image2.svg" Id="R4784a397c0ea40dd" /><Relationship Type="http://schemas.openxmlformats.org/officeDocument/2006/relationships/image" Target="/ppt/media/image5.png" Id="Rc4d635d3c3d444df" /><Relationship Type="http://schemas.openxmlformats.org/officeDocument/2006/relationships/notesSlide" Target="/ppt/notesSlides/notesSlide6.xml" Id="Ref95fd4d79a74b29"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dd02812b9ef245b0" /><Relationship Type="http://schemas.openxmlformats.org/officeDocument/2006/relationships/image" Target="/ppt/media/image2.png" Id="Rb62bfcb873c34eaf" /><Relationship Type="http://schemas.openxmlformats.org/officeDocument/2006/relationships/image" Target="/ppt/media/image2.svg" Id="R178b83504ec04493" /><Relationship Type="http://schemas.openxmlformats.org/officeDocument/2006/relationships/image" Target="/ppt/media/image.png" Id="Rb2ecdd895ffe4198" /><Relationship Type="http://schemas.openxmlformats.org/officeDocument/2006/relationships/image" Target="/ppt/media/image.svg" Id="Rf055a537c45d4991" /><Relationship Type="http://schemas.openxmlformats.org/officeDocument/2006/relationships/notesSlide" Target="/ppt/notesSlides/notesSlide7.xml" Id="Rfe9f14c2512c43ba"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d0884118b3704ad1" /><Relationship Type="http://schemas.openxmlformats.org/officeDocument/2006/relationships/image" Target="/ppt/media/image.png" Id="R947c6a8a92624dfa" /><Relationship Type="http://schemas.openxmlformats.org/officeDocument/2006/relationships/image" Target="/ppt/media/image.svg" Id="Rdb429c40358449b1" /><Relationship Type="http://schemas.openxmlformats.org/officeDocument/2006/relationships/image" Target="/ppt/media/image2.png" Id="R990b50b1e4454dab" /><Relationship Type="http://schemas.openxmlformats.org/officeDocument/2006/relationships/image" Target="/ppt/media/image2.svg" Id="R39d34c7fe9244e92" /><Relationship Type="http://schemas.openxmlformats.org/officeDocument/2006/relationships/image" Target="/ppt/media/image3.png" Id="Raf24faea7e4f4d86" /><Relationship Type="http://schemas.openxmlformats.org/officeDocument/2006/relationships/image" Target="/ppt/media/image3.svg" Id="R930200048d9d4466" /><Relationship Type="http://schemas.openxmlformats.org/officeDocument/2006/relationships/notesSlide" Target="/ppt/notesSlides/notesSlide8.xml" Id="R7758564d13474434"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5A2AE0CB-6855-4484-99E9-1854410C6ECD}"/>
              </a:ext>
            </a:extLst>
          </p:cNvPr>
          <p:cNvSpPr>
            <a:spLocks xmlns:a="http://schemas.openxmlformats.org/drawingml/2006/main" noGrp="1"/>
          </p:cNvSpPr>
          <p:nvPr/>
        </p:nvSpPr>
        <p:spPr>
          <a:xfrm xmlns:a="http://schemas.openxmlformats.org/drawingml/2006/main" rot="0" flipH="0" flipV="0">
            <a:off x="-484323" y="7226864"/>
            <a:ext cx="2785070" cy="3301269"/>
          </a:xfrm>
          <a:custGeom xmlns:a="http://schemas.openxmlformats.org/drawingml/2006/main">
            <a:rect l="l" t="t" r="r" b="b"/>
            <a:pathLst>
              <a:path w="2785070" h="3301269">
                <a:moveTo>
                  <a:pt x="0" y="0"/>
                </a:moveTo>
                <a:lnTo>
                  <a:pt x="2785070" y="0"/>
                </a:lnTo>
                <a:lnTo>
                  <a:pt x="2785070" y="3301269"/>
                </a:lnTo>
                <a:lnTo>
                  <a:pt x="0" y="3301269"/>
                </a:lnTo>
                <a:lnTo>
                  <a:pt x="0" y="0"/>
                </a:lnTo>
                <a:close/>
              </a:path>
            </a:pathLst>
          </a:custGeom>
          <a:blipFill xmlns:a="http://schemas.openxmlformats.org/drawingml/2006/main">
            <a:blip xmlns:r="http://schemas.openxmlformats.org/officeDocument/2006/relationships" r:embed="Re7d5c5bb849a4b0a">
              <a:extLst>
                <a:ext uri="{96DAC541-7B7A-43D3-8B79-37D633B846F1}">
                  <asvg:svgBlip xmlns:asvg="http://schemas.microsoft.com/office/drawing/2016/SVG/main" r:embed="Rb94f1df2b80343b0"/>
                </a:ext>
              </a:extLst>
            </a:blip>
            <a:stretch>
              <a:fillRect l="0" t="0" r="0" b="0"/>
            </a:stretch>
          </a:blipFill>
        </p:spPr>
      </p:sp>
      <p:sp>
        <p:nvSpPr>
          <p:cNvPr id="3" name="Freeform 3">
            <a:extLst xmlns:a="http://schemas.openxmlformats.org/drawingml/2006/main">
              <a:ext uri="{FF2B5EF4-FFF2-40B4-BE49-F238E27FC236}">
                <a16:creationId xmlns:a16="http://schemas.microsoft.com/office/drawing/2014/main" id="{19445C78-4EFF-4D2B-8CC1-2C811D8E9118}"/>
              </a:ext>
            </a:extLst>
          </p:cNvPr>
          <p:cNvSpPr>
            <a:spLocks xmlns:a="http://schemas.openxmlformats.org/drawingml/2006/main" noGrp="1"/>
          </p:cNvSpPr>
          <p:nvPr/>
        </p:nvSpPr>
        <p:spPr>
          <a:xfrm xmlns:a="http://schemas.openxmlformats.org/drawingml/2006/main" rot="0" flipH="1" flipV="1">
            <a:off x="16588736" y="-1070386"/>
            <a:ext cx="2481021" cy="2940865"/>
          </a:xfrm>
          <a:custGeom xmlns:a="http://schemas.openxmlformats.org/drawingml/2006/main">
            <a:rect l="l" t="t" r="r" b="b"/>
            <a:pathLst>
              <a:path w="2481021" h="2940865">
                <a:moveTo>
                  <a:pt x="2481021" y="2940865"/>
                </a:moveTo>
                <a:lnTo>
                  <a:pt x="0" y="2940865"/>
                </a:lnTo>
                <a:lnTo>
                  <a:pt x="0" y="0"/>
                </a:lnTo>
                <a:lnTo>
                  <a:pt x="2481021" y="0"/>
                </a:lnTo>
                <a:lnTo>
                  <a:pt x="2481021" y="2940865"/>
                </a:lnTo>
                <a:close/>
              </a:path>
            </a:pathLst>
          </a:custGeom>
          <a:blipFill xmlns:a="http://schemas.openxmlformats.org/drawingml/2006/main">
            <a:blip xmlns:r="http://schemas.openxmlformats.org/officeDocument/2006/relationships" r:embed="Re7d5c5bb849a4b0a">
              <a:extLst>
                <a:ext uri="{96DAC541-7B7A-43D3-8B79-37D633B846F1}">
                  <asvg:svgBlip xmlns:asvg="http://schemas.microsoft.com/office/drawing/2016/SVG/main" r:embed="Rb94f1df2b80343b0"/>
                </a:ext>
              </a:extLst>
            </a:blip>
            <a:stretch>
              <a:fillRect l="0" t="0" r="0" b="0"/>
            </a:stretch>
          </a:blipFill>
        </p:spPr>
      </p:sp>
      <p:sp>
        <p:nvSpPr>
          <p:cNvPr id="4" name="Freeform 4">
            <a:extLst xmlns:a="http://schemas.openxmlformats.org/drawingml/2006/main">
              <a:ext uri="{FF2B5EF4-FFF2-40B4-BE49-F238E27FC236}">
                <a16:creationId xmlns:a16="http://schemas.microsoft.com/office/drawing/2014/main" id="{BA10CB40-A9DD-4CDC-BDA1-013EF951E255}"/>
              </a:ext>
            </a:extLst>
          </p:cNvPr>
          <p:cNvSpPr>
            <a:spLocks xmlns:a="http://schemas.openxmlformats.org/drawingml/2006/main" noGrp="1"/>
          </p:cNvSpPr>
          <p:nvPr/>
        </p:nvSpPr>
        <p:spPr>
          <a:xfrm xmlns:a="http://schemas.openxmlformats.org/drawingml/2006/main" rot="0" flipH="0" flipV="0">
            <a:off x="1167061" y="6997418"/>
            <a:ext cx="845876" cy="861541"/>
          </a:xfrm>
          <a:custGeom xmlns:a="http://schemas.openxmlformats.org/drawingml/2006/main">
            <a:rect l="l" t="t" r="r" b="b"/>
            <a:pathLst>
              <a:path w="845876" h="861541">
                <a:moveTo>
                  <a:pt x="0" y="0"/>
                </a:moveTo>
                <a:lnTo>
                  <a:pt x="845877" y="0"/>
                </a:lnTo>
                <a:lnTo>
                  <a:pt x="845877" y="861541"/>
                </a:lnTo>
                <a:lnTo>
                  <a:pt x="0" y="861541"/>
                </a:lnTo>
                <a:lnTo>
                  <a:pt x="0" y="0"/>
                </a:lnTo>
                <a:close/>
              </a:path>
            </a:pathLst>
          </a:custGeom>
          <a:blipFill xmlns:a="http://schemas.openxmlformats.org/drawingml/2006/main">
            <a:blip xmlns:r="http://schemas.openxmlformats.org/officeDocument/2006/relationships" r:embed="Rfbbb5d2c951f4cd7">
              <a:extLst>
                <a:ext uri="{96DAC541-7B7A-43D3-8B79-37D633B846F1}">
                  <asvg:svgBlip xmlns:asvg="http://schemas.microsoft.com/office/drawing/2016/SVG/main" r:embed="R0cb2d8dd1fda4d0f"/>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308C3B7F-B01F-47DE-9C8B-1C52056D998A}"/>
              </a:ext>
            </a:extLst>
          </p:cNvPr>
          <p:cNvSpPr>
            <a:spLocks xmlns:a="http://schemas.openxmlformats.org/drawingml/2006/main" noGrp="1"/>
          </p:cNvSpPr>
          <p:nvPr/>
        </p:nvSpPr>
        <p:spPr>
          <a:xfrm xmlns:a="http://schemas.openxmlformats.org/drawingml/2006/main" rot="0" flipH="1" flipV="1">
            <a:off x="17002921" y="1449665"/>
            <a:ext cx="826325" cy="841628"/>
          </a:xfrm>
          <a:custGeom xmlns:a="http://schemas.openxmlformats.org/drawingml/2006/main">
            <a:rect l="l" t="t" r="r" b="b"/>
            <a:pathLst>
              <a:path w="826325" h="841628">
                <a:moveTo>
                  <a:pt x="826326" y="841628"/>
                </a:moveTo>
                <a:lnTo>
                  <a:pt x="0" y="841628"/>
                </a:lnTo>
                <a:lnTo>
                  <a:pt x="0" y="0"/>
                </a:lnTo>
                <a:lnTo>
                  <a:pt x="826326" y="0"/>
                </a:lnTo>
                <a:lnTo>
                  <a:pt x="826326" y="841628"/>
                </a:lnTo>
                <a:close/>
              </a:path>
            </a:pathLst>
          </a:custGeom>
          <a:blipFill xmlns:a="http://schemas.openxmlformats.org/drawingml/2006/main">
            <a:blip xmlns:r="http://schemas.openxmlformats.org/officeDocument/2006/relationships" r:embed="Rfbbb5d2c951f4cd7">
              <a:extLst>
                <a:ext uri="{96DAC541-7B7A-43D3-8B79-37D633B846F1}">
                  <asvg:svgBlip xmlns:asvg="http://schemas.microsoft.com/office/drawing/2016/SVG/main" r:embed="R0cb2d8dd1fda4d0f"/>
                </a:ext>
              </a:extLst>
            </a:blip>
            <a:stretch>
              <a:fillRect l="0" t="0" r="0" b="0"/>
            </a:stretch>
          </a:blipFill>
        </p:spPr>
      </p:sp>
      <p:sp>
        <p:nvSpPr>
          <p:cNvPr id="6" name="Freeform 6">
            <a:extLst xmlns:a="http://schemas.openxmlformats.org/drawingml/2006/main">
              <a:ext uri="{FF2B5EF4-FFF2-40B4-BE49-F238E27FC236}">
                <a16:creationId xmlns:a16="http://schemas.microsoft.com/office/drawing/2014/main" id="{62D17A87-7ED5-43ED-B8DA-B57E44DDF34A}"/>
              </a:ext>
            </a:extLst>
          </p:cNvPr>
          <p:cNvSpPr>
            <a:spLocks xmlns:a="http://schemas.openxmlformats.org/drawingml/2006/main" noGrp="1"/>
          </p:cNvSpPr>
          <p:nvPr/>
        </p:nvSpPr>
        <p:spPr>
          <a:xfrm xmlns:a="http://schemas.openxmlformats.org/drawingml/2006/main" rot="0" flipH="1" flipV="0">
            <a:off x="14270881" y="8022214"/>
            <a:ext cx="5633392" cy="3404352"/>
          </a:xfrm>
          <a:custGeom xmlns:a="http://schemas.openxmlformats.org/drawingml/2006/main">
            <a:rect l="l" t="t" r="r" b="b"/>
            <a:pathLst>
              <a:path w="5633392" h="3404352">
                <a:moveTo>
                  <a:pt x="5633392" y="0"/>
                </a:moveTo>
                <a:lnTo>
                  <a:pt x="0" y="0"/>
                </a:lnTo>
                <a:lnTo>
                  <a:pt x="0" y="3404352"/>
                </a:lnTo>
                <a:lnTo>
                  <a:pt x="5633392" y="3404352"/>
                </a:lnTo>
                <a:lnTo>
                  <a:pt x="5633392" y="0"/>
                </a:lnTo>
                <a:close/>
              </a:path>
            </a:pathLst>
          </a:custGeom>
          <a:blipFill xmlns:a="http://schemas.openxmlformats.org/drawingml/2006/main">
            <a:blip xmlns:r="http://schemas.openxmlformats.org/officeDocument/2006/relationships" r:embed="Rd2a04b0510924b56">
              <a:extLst>
                <a:ext uri="{96DAC541-7B7A-43D3-8B79-37D633B846F1}">
                  <asvg:svgBlip xmlns:asvg="http://schemas.microsoft.com/office/drawing/2016/SVG/main" r:embed="R070a36d5941947db"/>
                </a:ext>
              </a:extLst>
            </a:blip>
            <a:stretch>
              <a:fillRect l="0" t="0" r="0" b="0"/>
            </a:stretch>
          </a:blipFill>
        </p:spPr>
      </p:sp>
      <p:sp>
        <p:nvSpPr>
          <p:cNvPr id="7" name="Freeform 7">
            <a:extLst xmlns:a="http://schemas.openxmlformats.org/drawingml/2006/main">
              <a:ext uri="{FF2B5EF4-FFF2-40B4-BE49-F238E27FC236}">
                <a16:creationId xmlns:a16="http://schemas.microsoft.com/office/drawing/2014/main" id="{EAC0B174-62C0-4022-9B9E-A1FE46CFE7FB}"/>
              </a:ext>
            </a:extLst>
          </p:cNvPr>
          <p:cNvSpPr>
            <a:spLocks xmlns:a="http://schemas.openxmlformats.org/drawingml/2006/main" noGrp="1"/>
          </p:cNvSpPr>
          <p:nvPr/>
        </p:nvSpPr>
        <p:spPr>
          <a:xfrm xmlns:a="http://schemas.openxmlformats.org/drawingml/2006/main" rot="0" flipH="0" flipV="1">
            <a:off x="-1572494" y="-1186685"/>
            <a:ext cx="5755226" cy="3477978"/>
          </a:xfrm>
          <a:custGeom xmlns:a="http://schemas.openxmlformats.org/drawingml/2006/main">
            <a:rect l="l" t="t" r="r" b="b"/>
            <a:pathLst>
              <a:path w="5755226" h="3477978">
                <a:moveTo>
                  <a:pt x="0" y="3477978"/>
                </a:moveTo>
                <a:lnTo>
                  <a:pt x="5755226" y="3477978"/>
                </a:lnTo>
                <a:lnTo>
                  <a:pt x="5755226" y="0"/>
                </a:lnTo>
                <a:lnTo>
                  <a:pt x="0" y="0"/>
                </a:lnTo>
                <a:lnTo>
                  <a:pt x="0" y="3477978"/>
                </a:lnTo>
                <a:close/>
              </a:path>
            </a:pathLst>
          </a:custGeom>
          <a:blipFill xmlns:a="http://schemas.openxmlformats.org/drawingml/2006/main">
            <a:blip xmlns:r="http://schemas.openxmlformats.org/officeDocument/2006/relationships" r:embed="Rd2a04b0510924b56">
              <a:extLst>
                <a:ext uri="{96DAC541-7B7A-43D3-8B79-37D633B846F1}">
                  <asvg:svgBlip xmlns:asvg="http://schemas.microsoft.com/office/drawing/2016/SVG/main" r:embed="R070a36d5941947db"/>
                </a:ext>
              </a:extLst>
            </a:blip>
            <a:stretch>
              <a:fillRect l="0" t="0" r="0" b="0"/>
            </a:stretch>
          </a:blipFill>
        </p:spPr>
      </p:sp>
      <p:sp>
        <p:nvSpPr>
          <p:cNvPr id="9" name="Freeform 9">
            <a:extLst xmlns:a="http://schemas.openxmlformats.org/drawingml/2006/main">
              <a:ext uri="{FF2B5EF4-FFF2-40B4-BE49-F238E27FC236}">
                <a16:creationId xmlns:a16="http://schemas.microsoft.com/office/drawing/2014/main" id="{79662F9E-0372-48B4-B18E-8411195B3F70}"/>
              </a:ext>
            </a:extLst>
          </p:cNvPr>
          <p:cNvSpPr>
            <a:spLocks xmlns:a="http://schemas.openxmlformats.org/drawingml/2006/main" noGrp="1"/>
          </p:cNvSpPr>
          <p:nvPr/>
        </p:nvSpPr>
        <p:spPr>
          <a:xfrm xmlns:a="http://schemas.openxmlformats.org/drawingml/2006/main" rot="0" flipH="0" flipV="0">
            <a:off x="6417567" y="5858343"/>
            <a:ext cx="5452866" cy="706263"/>
          </a:xfrm>
          <a:custGeom xmlns:a="http://schemas.openxmlformats.org/drawingml/2006/main">
            <a:rect l="l" t="t" r="r" b="b"/>
            <a:pathLst>
              <a:path w="884053" h="114504">
                <a:moveTo>
                  <a:pt x="37713" y="0"/>
                </a:moveTo>
                <a:lnTo>
                  <a:pt x="846340" y="0"/>
                </a:lnTo>
                <a:cubicBezTo>
                  <a:pt x="867168" y="0"/>
                  <a:pt x="884053" y="16885"/>
                  <a:pt x="884053" y="37713"/>
                </a:cubicBezTo>
                <a:lnTo>
                  <a:pt x="884053" y="76791"/>
                </a:lnTo>
                <a:cubicBezTo>
                  <a:pt x="884053" y="97619"/>
                  <a:pt x="867168" y="114504"/>
                  <a:pt x="846340" y="114504"/>
                </a:cubicBezTo>
                <a:lnTo>
                  <a:pt x="37713" y="114504"/>
                </a:lnTo>
                <a:cubicBezTo>
                  <a:pt x="16885" y="114504"/>
                  <a:pt x="0" y="97619"/>
                  <a:pt x="0" y="76791"/>
                </a:cubicBezTo>
                <a:lnTo>
                  <a:pt x="0" y="37713"/>
                </a:lnTo>
                <a:cubicBezTo>
                  <a:pt x="0" y="16885"/>
                  <a:pt x="16885" y="0"/>
                  <a:pt x="37713" y="0"/>
                </a:cubicBezTo>
                <a:close/>
              </a:path>
            </a:pathLst>
          </a:custGeom>
          <a:ln xmlns:a="http://schemas.openxmlformats.org/drawingml/2006/main" w="38100">
            <a:solidFill>
              <a:srgbClr val="3A5F7D"/>
            </a:solidFill>
            <a:prstDash val="solid"/>
          </a:ln>
        </p:spPr>
      </p:sp>
      <p:sp>
        <p:nvSpPr>
          <p:cNvPr id="10" name="TextBox 10">
            <a:extLst xmlns:a="http://schemas.openxmlformats.org/drawingml/2006/main">
              <a:ext uri="{FF2B5EF4-FFF2-40B4-BE49-F238E27FC236}">
                <a16:creationId xmlns:a16="http://schemas.microsoft.com/office/drawing/2014/main" id="{2C58B3E6-8581-4EEF-99E3-9AE39D6FDB68}"/>
              </a:ext>
            </a:extLst>
          </p:cNvPr>
          <p:cNvSpPr>
            <a:spLocks xmlns:a="http://schemas.openxmlformats.org/drawingml/2006/main" noGrp="1"/>
          </p:cNvSpPr>
          <p:nvPr/>
        </p:nvSpPr>
        <p:spPr>
          <a:xfrm xmlns:a="http://schemas.openxmlformats.org/drawingml/2006/main" rot="0" flipH="0" flipV="0">
            <a:off x="6417567" y="5564592"/>
            <a:ext cx="5452866" cy="1000014"/>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659"/>
              </a:lnSpc>
              <a:spcBef>
                <a:spcPct val="0"/>
              </a:spcBef>
              <a:buNone/>
            </a:pPr>
          </a:p>
        </p:txBody>
      </p:sp>
      <p:sp>
        <p:nvSpPr>
          <p:cNvPr id="11" name="TextBox 11">
            <a:extLst xmlns:a="http://schemas.openxmlformats.org/drawingml/2006/main">
              <a:ext uri="{FF2B5EF4-FFF2-40B4-BE49-F238E27FC236}">
                <a16:creationId xmlns:a16="http://schemas.microsoft.com/office/drawing/2014/main" id="{8BD27AFC-A949-45FE-AE49-271FF01DFB4E}"/>
              </a:ext>
            </a:extLst>
          </p:cNvPr>
          <p:cNvSpPr>
            <a:spLocks xmlns:a="http://schemas.openxmlformats.org/drawingml/2006/main" noGrp="1"/>
          </p:cNvSpPr>
          <p:nvPr/>
        </p:nvSpPr>
        <p:spPr>
          <a:xfrm xmlns:a="http://schemas.openxmlformats.org/drawingml/2006/main" rot="0">
            <a:off x="3429000" y="4191000"/>
            <a:ext cx="11430000" cy="1809750"/>
          </a:xfrm>
          <a:prstGeom xmlns:a="http://schemas.openxmlformats.org/drawingml/2006/main" prst="rect">
            <a:avLst/>
          </a:prstGeom>
        </p:spPr>
        <p:txBody>
          <a:bodyPr xmlns:a="http://schemas.openxmlformats.org/drawingml/2006/main" lIns="0" tIns="0" rIns="0" bIns="0" anchor="ctr">
            <a:normAutofit fontScale="10000"/>
          </a:bodyPr>
          <a:lstStyle xmlns:a="http://schemas.openxmlformats.org/drawingml/2006/main"/>
          <a:p xmlns:a="http://schemas.openxmlformats.org/drawingml/2006/main">
            <a:pPr algn="ctr">
              <a:lnSpc>
                <a:spcPct val="92000"/>
              </a:lnSpc>
              <a:buNone/>
              <a:defRPr sz="4200" b="1">
                <a:solidFill>
                  <a:srgbClr val="315C7D"/>
                </a:solidFill>
                <a:latin typeface="Noto Sans"/>
                <a:ea typeface="Noto Sans"/>
                <a:cs typeface="Noto Sans"/>
              </a:defRPr>
            </a:pPr>
            <a:r>
              <a:rPr sz="4200" b="1">
                <a:solidFill>
                  <a:srgbClr val="315C7D"/>
                </a:solidFill>
                <a:latin typeface="Noto Sans"/>
                <a:ea typeface="Noto Sans"/>
                <a:cs typeface="Noto Sans"/>
              </a:rPr>
              <a:t>БАРИМТАД ТУЛГУУРЛАСАН</a:t>
            </a:r>
          </a:p>
          <a:p xmlns:a="http://schemas.openxmlformats.org/drawingml/2006/main">
            <a:pPr algn="ctr">
              <a:lnSpc>
                <a:spcPct val="92000"/>
              </a:lnSpc>
              <a:buNone/>
              <a:defRPr sz="4200" b="1">
                <a:solidFill>
                  <a:srgbClr val="315C7D"/>
                </a:solidFill>
                <a:latin typeface="Noto Sans"/>
                <a:ea typeface="Noto Sans"/>
                <a:cs typeface="Noto Sans"/>
              </a:defRPr>
            </a:pPr>
            <a:r>
              <a:rPr sz="4200" b="1">
                <a:solidFill>
                  <a:srgbClr val="315C7D"/>
                </a:solidFill>
                <a:latin typeface="Noto Sans"/>
                <a:ea typeface="Noto Sans"/>
                <a:cs typeface="Noto Sans"/>
              </a:rPr>
              <a:t>RAG ЧАТБОТ</a:t>
            </a:r>
          </a:p>
        </p:txBody>
      </p:sp>
      <p:sp>
        <p:nvSpPr>
          <p:cNvPr id="13" name="TextBox 13">
            <a:extLst xmlns:a="http://schemas.openxmlformats.org/drawingml/2006/main">
              <a:ext uri="{FF2B5EF4-FFF2-40B4-BE49-F238E27FC236}">
                <a16:creationId xmlns:a16="http://schemas.microsoft.com/office/drawing/2014/main" id="{FE63DE72-DE49-4D2A-9C8E-30B8DB4B62B2}"/>
              </a:ext>
            </a:extLst>
          </p:cNvPr>
          <p:cNvSpPr>
            <a:spLocks xmlns:a="http://schemas.openxmlformats.org/drawingml/2006/main" noGrp="1"/>
          </p:cNvSpPr>
          <p:nvPr/>
        </p:nvSpPr>
        <p:spPr>
          <a:xfrm xmlns:a="http://schemas.openxmlformats.org/drawingml/2006/main" rot="0">
            <a:off x="7309136" y="1318373"/>
            <a:ext cx="3669727" cy="8890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425" b="0">
                <a:solidFill>
                  <a:srgbClr val="6F91AA"/>
                </a:solidFill>
                <a:latin typeface="Noto Sans"/>
                <a:ea typeface="Noto Sans"/>
                <a:cs typeface="Noto Sans"/>
              </a:defRPr>
            </a:pPr>
            <a:r>
              <a:rPr sz="1425" b="0" i="1">
                <a:solidFill>
                  <a:srgbClr val="6F91AA"/>
                </a:solidFill>
                <a:latin typeface="Noto Sans"/>
                <a:ea typeface="Noto Sans"/>
                <a:cs typeface="Noto Sans"/>
              </a:rPr>
              <a:t>Ц. Тэнгис  •  CallPro Labs  •  2026</a:t>
            </a:r>
          </a:p>
        </p:txBody>
      </p:sp>
      <p:sp>
        <p:nvSpPr>
          <p:cNvPr id="14" name="">
            <a:extLst xmlns:a="http://schemas.openxmlformats.org/drawingml/2006/main">
              <a:ext uri="{FF2B5EF4-FFF2-40B4-BE49-F238E27FC236}">
                <a16:creationId xmlns:a16="http://schemas.microsoft.com/office/drawing/2014/main" id="{C159310C-69CC-48C6-B84F-3AAD5EA06B2D}"/>
              </a:ext>
            </a:extLst>
          </p:cNvPr>
          <p:cNvSpPr>
            <a:spLocks xmlns:a="http://schemas.openxmlformats.org/drawingml/2006/main" noGrp="1"/>
          </p:cNvSpPr>
          <p:nvPr/>
        </p:nvSpPr>
        <p:spPr>
          <a:xfrm xmlns:a="http://schemas.openxmlformats.org/drawingml/2006/main">
            <a:off x="4762500" y="6191250"/>
            <a:ext cx="876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a:solidFill>
                  <a:srgbClr val="547B98"/>
                </a:solidFill>
                <a:latin typeface="Noto Sans"/>
                <a:ea typeface="Noto Sans"/>
                <a:cs typeface="Noto Sans"/>
              </a:defRPr>
            </a:pPr>
            <a:r>
              <a:rPr sz="1800">
                <a:solidFill>
                  <a:srgbClr val="547B98"/>
                </a:solidFill>
                <a:latin typeface="Noto Sans"/>
                <a:ea typeface="Noto Sans"/>
                <a:cs typeface="Noto Sans"/>
              </a:rPr>
              <a:t>Үйлдвэрлэлийн дадлагын тайлангийн хамгаалалт</a:t>
            </a:r>
          </a:p>
        </p:txBody>
      </p:sp>
    </p:spTree>
    <p:extLst>
      <p:ext uri="{BB962C8B-B14F-4D97-AF65-F5344CB8AC3E}">
        <p14:creationId xmlns:p14="http://schemas.microsoft.com/office/powerpoint/2010/main" val="112182417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56C51F58-CDED-4BF4-82A6-3543F3112356}"/>
              </a:ext>
            </a:extLst>
          </p:cNvPr>
          <p:cNvSpPr>
            <a:spLocks xmlns:a="http://schemas.openxmlformats.org/drawingml/2006/main" noGrp="1"/>
          </p:cNvSpPr>
          <p:nvPr/>
        </p:nvSpPr>
        <p:spPr>
          <a:xfrm xmlns:a="http://schemas.openxmlformats.org/drawingml/2006/main" rot="0" flipH="1" flipV="0">
            <a:off x="14270881" y="8126989"/>
            <a:ext cx="5633392" cy="3404352"/>
          </a:xfrm>
          <a:custGeom xmlns:a="http://schemas.openxmlformats.org/drawingml/2006/main">
            <a:rect l="l" t="t" r="r" b="b"/>
            <a:pathLst>
              <a:path w="5633392" h="3404352">
                <a:moveTo>
                  <a:pt x="5633392" y="0"/>
                </a:moveTo>
                <a:lnTo>
                  <a:pt x="0" y="0"/>
                </a:lnTo>
                <a:lnTo>
                  <a:pt x="0" y="3404352"/>
                </a:lnTo>
                <a:lnTo>
                  <a:pt x="5633392" y="3404352"/>
                </a:lnTo>
                <a:lnTo>
                  <a:pt x="5633392" y="0"/>
                </a:lnTo>
                <a:close/>
              </a:path>
            </a:pathLst>
          </a:custGeom>
          <a:blipFill xmlns:a="http://schemas.openxmlformats.org/drawingml/2006/main">
            <a:blip xmlns:r="http://schemas.openxmlformats.org/officeDocument/2006/relationships" r:embed="R892a9b45a9c5476e">
              <a:extLst>
                <a:ext uri="{96DAC541-7B7A-43D3-8B79-37D633B846F1}">
                  <asvg:svgBlip xmlns:asvg="http://schemas.microsoft.com/office/drawing/2016/SVG/main" r:embed="R494714a41f3446d3"/>
                </a:ext>
              </a:extLst>
            </a:blip>
            <a:stretch>
              <a:fillRect l="0" t="0" r="0" b="0"/>
            </a:stretch>
          </a:blipFill>
        </p:spPr>
      </p:sp>
      <p:sp>
        <p:nvSpPr>
          <p:cNvPr id="3" name="Freeform 3">
            <a:extLst xmlns:a="http://schemas.openxmlformats.org/drawingml/2006/main">
              <a:ext uri="{FF2B5EF4-FFF2-40B4-BE49-F238E27FC236}">
                <a16:creationId xmlns:a16="http://schemas.microsoft.com/office/drawing/2014/main" id="{04F45973-2A34-4A1A-9CF2-2F211F2A34ED}"/>
              </a:ext>
            </a:extLst>
          </p:cNvPr>
          <p:cNvSpPr>
            <a:spLocks xmlns:a="http://schemas.openxmlformats.org/drawingml/2006/main" noGrp="1"/>
          </p:cNvSpPr>
          <p:nvPr/>
        </p:nvSpPr>
        <p:spPr>
          <a:xfrm xmlns:a="http://schemas.openxmlformats.org/drawingml/2006/main" rot="0" flipH="0" flipV="0">
            <a:off x="-885073" y="8126989"/>
            <a:ext cx="2378604" cy="2422652"/>
          </a:xfrm>
          <a:custGeom xmlns:a="http://schemas.openxmlformats.org/drawingml/2006/main">
            <a:rect l="l" t="t" r="r" b="b"/>
            <a:pathLst>
              <a:path w="2378604" h="2422652">
                <a:moveTo>
                  <a:pt x="0" y="0"/>
                </a:moveTo>
                <a:lnTo>
                  <a:pt x="2378604" y="0"/>
                </a:lnTo>
                <a:lnTo>
                  <a:pt x="2378604" y="2422652"/>
                </a:lnTo>
                <a:lnTo>
                  <a:pt x="0" y="2422652"/>
                </a:lnTo>
                <a:lnTo>
                  <a:pt x="0" y="0"/>
                </a:lnTo>
                <a:close/>
              </a:path>
            </a:pathLst>
          </a:custGeom>
          <a:blipFill xmlns:a="http://schemas.openxmlformats.org/drawingml/2006/main">
            <a:blip xmlns:r="http://schemas.openxmlformats.org/officeDocument/2006/relationships" r:embed="R2b58389e891d4b80">
              <a:extLst>
                <a:ext uri="{96DAC541-7B7A-43D3-8B79-37D633B846F1}">
                  <asvg:svgBlip xmlns:asvg="http://schemas.microsoft.com/office/drawing/2016/SVG/main" r:embed="Rd0602cfb5d184395"/>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7A533110-8F09-44A3-9670-FDB82AAEB0B6}"/>
              </a:ext>
            </a:extLst>
          </p:cNvPr>
          <p:cNvSpPr>
            <a:spLocks xmlns:a="http://schemas.openxmlformats.org/drawingml/2006/main" noGrp="1"/>
          </p:cNvSpPr>
          <p:nvPr/>
        </p:nvSpPr>
        <p:spPr>
          <a:xfrm xmlns:a="http://schemas.openxmlformats.org/drawingml/2006/main" rot="0" flipH="0" flipV="0">
            <a:off x="3401660" y="3322773"/>
            <a:ext cx="2896217" cy="4530945"/>
          </a:xfrm>
          <a:custGeom xmlns:a="http://schemas.openxmlformats.org/drawingml/2006/main">
            <a:rect l="l" t="t" r="r" b="b"/>
            <a:pathLst>
              <a:path w="5085080" h="7955280">
                <a:moveTo>
                  <a:pt x="2542540" y="7955280"/>
                </a:moveTo>
                <a:cubicBezTo>
                  <a:pt x="1140460" y="7955280"/>
                  <a:pt x="0" y="6814820"/>
                  <a:pt x="0" y="5412740"/>
                </a:cubicBezTo>
                <a:lnTo>
                  <a:pt x="0" y="2542540"/>
                </a:lnTo>
                <a:cubicBezTo>
                  <a:pt x="0" y="1140460"/>
                  <a:pt x="1140460" y="0"/>
                  <a:pt x="2542540" y="0"/>
                </a:cubicBezTo>
                <a:cubicBezTo>
                  <a:pt x="3944620" y="0"/>
                  <a:pt x="5085080" y="1140460"/>
                  <a:pt x="5085080" y="2542540"/>
                </a:cubicBezTo>
                <a:lnTo>
                  <a:pt x="5085080" y="5412740"/>
                </a:lnTo>
                <a:cubicBezTo>
                  <a:pt x="5085080" y="6814820"/>
                  <a:pt x="3944620" y="7955280"/>
                  <a:pt x="2542540" y="7955280"/>
                </a:cubicBezTo>
                <a:close/>
              </a:path>
            </a:pathLst>
          </a:custGeom>
          <a:blipFill xmlns:a="http://schemas.openxmlformats.org/drawingml/2006/main">
            <a:blip xmlns:r="http://schemas.openxmlformats.org/officeDocument/2006/relationships" r:embed="Rd52a1d79f35044e0"/>
            <a:stretch>
              <a:fillRect l="0" t="0" r="-4390" b="0"/>
            </a:stretch>
          </a:blipFill>
        </p:spPr>
      </p:sp>
      <p:sp>
        <p:nvSpPr>
          <p:cNvPr id="6" name="Freeform 6">
            <a:extLst xmlns:a="http://schemas.openxmlformats.org/drawingml/2006/main">
              <a:ext uri="{FF2B5EF4-FFF2-40B4-BE49-F238E27FC236}">
                <a16:creationId xmlns:a16="http://schemas.microsoft.com/office/drawing/2014/main" id="{96A716B4-BB6B-4547-9EE7-676496B91D72}"/>
              </a:ext>
            </a:extLst>
          </p:cNvPr>
          <p:cNvSpPr>
            <a:spLocks xmlns:a="http://schemas.openxmlformats.org/drawingml/2006/main" noGrp="1"/>
          </p:cNvSpPr>
          <p:nvPr/>
        </p:nvSpPr>
        <p:spPr>
          <a:xfrm xmlns:a="http://schemas.openxmlformats.org/drawingml/2006/main" rot="0" flipH="0" flipV="0">
            <a:off x="3043612" y="3099988"/>
            <a:ext cx="3612315" cy="4976517"/>
          </a:xfrm>
          <a:custGeom xmlns:a="http://schemas.openxmlformats.org/drawingml/2006/main">
            <a:rect l="l" t="t" r="r" b="b"/>
            <a:pathLst>
              <a:path w="6342380" h="8737600">
                <a:moveTo>
                  <a:pt x="3171190" y="381000"/>
                </a:moveTo>
                <a:cubicBezTo>
                  <a:pt x="1764030" y="381000"/>
                  <a:pt x="618490" y="1526540"/>
                  <a:pt x="618490" y="2933700"/>
                </a:cubicBezTo>
                <a:lnTo>
                  <a:pt x="618490" y="5803900"/>
                </a:lnTo>
                <a:cubicBezTo>
                  <a:pt x="618490" y="7211060"/>
                  <a:pt x="1764030" y="8356600"/>
                  <a:pt x="3171190" y="8356600"/>
                </a:cubicBezTo>
                <a:cubicBezTo>
                  <a:pt x="4578350" y="8356600"/>
                  <a:pt x="5723890" y="7211060"/>
                  <a:pt x="5723890" y="5803900"/>
                </a:cubicBezTo>
                <a:lnTo>
                  <a:pt x="5723890" y="2933700"/>
                </a:lnTo>
                <a:cubicBezTo>
                  <a:pt x="5723890" y="1526540"/>
                  <a:pt x="4578350" y="381000"/>
                  <a:pt x="3171190" y="381000"/>
                </a:cubicBezTo>
                <a:close/>
                <a:moveTo>
                  <a:pt x="5704840" y="5803900"/>
                </a:moveTo>
                <a:cubicBezTo>
                  <a:pt x="5704840" y="7200900"/>
                  <a:pt x="4568190" y="8337550"/>
                  <a:pt x="3171190" y="8337550"/>
                </a:cubicBezTo>
                <a:cubicBezTo>
                  <a:pt x="1774190" y="8337550"/>
                  <a:pt x="637540" y="7200900"/>
                  <a:pt x="637540" y="5803900"/>
                </a:cubicBezTo>
                <a:lnTo>
                  <a:pt x="637540" y="2933700"/>
                </a:lnTo>
                <a:cubicBezTo>
                  <a:pt x="637540" y="1536700"/>
                  <a:pt x="1774190" y="400050"/>
                  <a:pt x="3171190" y="400050"/>
                </a:cubicBezTo>
                <a:cubicBezTo>
                  <a:pt x="4568190" y="400050"/>
                  <a:pt x="5704840" y="1536700"/>
                  <a:pt x="5704840" y="2933700"/>
                </a:cubicBezTo>
                <a:lnTo>
                  <a:pt x="5704840" y="5803900"/>
                </a:lnTo>
                <a:close/>
                <a:moveTo>
                  <a:pt x="6277610" y="3246120"/>
                </a:moveTo>
                <a:cubicBezTo>
                  <a:pt x="6240780" y="3230880"/>
                  <a:pt x="6207760" y="3208020"/>
                  <a:pt x="6179820" y="3180080"/>
                </a:cubicBezTo>
                <a:cubicBezTo>
                  <a:pt x="6151880" y="3152140"/>
                  <a:pt x="6129020" y="3119120"/>
                  <a:pt x="6113780" y="3082290"/>
                </a:cubicBezTo>
                <a:cubicBezTo>
                  <a:pt x="6109970" y="3073400"/>
                  <a:pt x="6107430" y="3064510"/>
                  <a:pt x="6103620" y="3055620"/>
                </a:cubicBezTo>
                <a:lnTo>
                  <a:pt x="6103620" y="2933700"/>
                </a:lnTo>
                <a:cubicBezTo>
                  <a:pt x="6103620" y="2150110"/>
                  <a:pt x="5798820" y="1413510"/>
                  <a:pt x="5245100" y="859790"/>
                </a:cubicBezTo>
                <a:cubicBezTo>
                  <a:pt x="4691380" y="304800"/>
                  <a:pt x="3954780" y="0"/>
                  <a:pt x="3171190" y="0"/>
                </a:cubicBezTo>
                <a:cubicBezTo>
                  <a:pt x="2387600" y="0"/>
                  <a:pt x="1651000" y="304800"/>
                  <a:pt x="1097280" y="858520"/>
                </a:cubicBezTo>
                <a:cubicBezTo>
                  <a:pt x="543560" y="1413510"/>
                  <a:pt x="238760" y="2150110"/>
                  <a:pt x="238760" y="2933700"/>
                </a:cubicBezTo>
                <a:lnTo>
                  <a:pt x="238760" y="5267960"/>
                </a:lnTo>
                <a:cubicBezTo>
                  <a:pt x="236220" y="5276850"/>
                  <a:pt x="232410" y="5285740"/>
                  <a:pt x="228600" y="5294630"/>
                </a:cubicBezTo>
                <a:cubicBezTo>
                  <a:pt x="213360" y="5331460"/>
                  <a:pt x="190500" y="5364480"/>
                  <a:pt x="162560" y="5392420"/>
                </a:cubicBezTo>
                <a:cubicBezTo>
                  <a:pt x="134620" y="5420360"/>
                  <a:pt x="101600" y="5443220"/>
                  <a:pt x="64770" y="5458460"/>
                </a:cubicBezTo>
                <a:cubicBezTo>
                  <a:pt x="43180" y="5467350"/>
                  <a:pt x="21590" y="5473700"/>
                  <a:pt x="0" y="5477510"/>
                </a:cubicBezTo>
                <a:cubicBezTo>
                  <a:pt x="22860" y="5481320"/>
                  <a:pt x="44450" y="5487670"/>
                  <a:pt x="64770" y="5496560"/>
                </a:cubicBezTo>
                <a:cubicBezTo>
                  <a:pt x="101600" y="5511800"/>
                  <a:pt x="134620" y="5534660"/>
                  <a:pt x="162560" y="5562600"/>
                </a:cubicBezTo>
                <a:cubicBezTo>
                  <a:pt x="190500" y="5590541"/>
                  <a:pt x="213360" y="5623560"/>
                  <a:pt x="228600" y="5660391"/>
                </a:cubicBezTo>
                <a:cubicBezTo>
                  <a:pt x="232410" y="5669281"/>
                  <a:pt x="234950" y="5678170"/>
                  <a:pt x="238760" y="5687061"/>
                </a:cubicBezTo>
                <a:lnTo>
                  <a:pt x="238760" y="5805170"/>
                </a:lnTo>
                <a:cubicBezTo>
                  <a:pt x="238760" y="6588761"/>
                  <a:pt x="543560" y="7325361"/>
                  <a:pt x="1097280" y="7879080"/>
                </a:cubicBezTo>
                <a:cubicBezTo>
                  <a:pt x="1651000" y="8432800"/>
                  <a:pt x="2387600" y="8737600"/>
                  <a:pt x="3171190" y="8737600"/>
                </a:cubicBezTo>
                <a:cubicBezTo>
                  <a:pt x="3954780" y="8737600"/>
                  <a:pt x="4691380" y="8432800"/>
                  <a:pt x="5245100" y="7879080"/>
                </a:cubicBezTo>
                <a:cubicBezTo>
                  <a:pt x="5798820" y="7325361"/>
                  <a:pt x="6103620" y="6588761"/>
                  <a:pt x="6103620" y="5805170"/>
                </a:cubicBezTo>
                <a:lnTo>
                  <a:pt x="6103620" y="3474720"/>
                </a:lnTo>
                <a:cubicBezTo>
                  <a:pt x="6106160" y="3465830"/>
                  <a:pt x="6109970" y="3456940"/>
                  <a:pt x="6113780" y="3448050"/>
                </a:cubicBezTo>
                <a:cubicBezTo>
                  <a:pt x="6129020" y="3411220"/>
                  <a:pt x="6151880" y="3378200"/>
                  <a:pt x="6179820" y="3350260"/>
                </a:cubicBezTo>
                <a:cubicBezTo>
                  <a:pt x="6207760" y="3322320"/>
                  <a:pt x="6240780" y="3299460"/>
                  <a:pt x="6277610" y="3284220"/>
                </a:cubicBezTo>
                <a:cubicBezTo>
                  <a:pt x="6299200" y="3275330"/>
                  <a:pt x="6320790" y="3268980"/>
                  <a:pt x="6342380" y="3265170"/>
                </a:cubicBezTo>
                <a:cubicBezTo>
                  <a:pt x="6320790" y="3261360"/>
                  <a:pt x="6299200" y="3255010"/>
                  <a:pt x="6277610" y="3246120"/>
                </a:cubicBezTo>
                <a:close/>
                <a:moveTo>
                  <a:pt x="5232400" y="7865110"/>
                </a:moveTo>
                <a:cubicBezTo>
                  <a:pt x="4682490" y="8415020"/>
                  <a:pt x="3949700" y="8718550"/>
                  <a:pt x="3171190" y="8718550"/>
                </a:cubicBezTo>
                <a:cubicBezTo>
                  <a:pt x="2392680" y="8718550"/>
                  <a:pt x="1661160" y="8415020"/>
                  <a:pt x="1109980" y="7865110"/>
                </a:cubicBezTo>
                <a:cubicBezTo>
                  <a:pt x="560070" y="7315200"/>
                  <a:pt x="256540" y="6582410"/>
                  <a:pt x="256540" y="5803900"/>
                </a:cubicBezTo>
                <a:lnTo>
                  <a:pt x="256540" y="5685790"/>
                </a:lnTo>
                <a:cubicBezTo>
                  <a:pt x="259080" y="5676900"/>
                  <a:pt x="262890" y="5668010"/>
                  <a:pt x="266700" y="5659120"/>
                </a:cubicBezTo>
                <a:cubicBezTo>
                  <a:pt x="281940" y="5622290"/>
                  <a:pt x="304800" y="5589270"/>
                  <a:pt x="332740" y="5561330"/>
                </a:cubicBezTo>
                <a:cubicBezTo>
                  <a:pt x="360680" y="5533390"/>
                  <a:pt x="393700" y="5510530"/>
                  <a:pt x="430530" y="5495290"/>
                </a:cubicBezTo>
                <a:cubicBezTo>
                  <a:pt x="452120" y="5486400"/>
                  <a:pt x="473710" y="5480050"/>
                  <a:pt x="495300" y="5476240"/>
                </a:cubicBezTo>
                <a:cubicBezTo>
                  <a:pt x="472440" y="5472430"/>
                  <a:pt x="450850" y="5466080"/>
                  <a:pt x="430530" y="5457190"/>
                </a:cubicBezTo>
                <a:cubicBezTo>
                  <a:pt x="393700" y="5441950"/>
                  <a:pt x="360680" y="5419090"/>
                  <a:pt x="332740" y="5391150"/>
                </a:cubicBezTo>
                <a:cubicBezTo>
                  <a:pt x="304800" y="5363209"/>
                  <a:pt x="281940" y="5330190"/>
                  <a:pt x="266700" y="5293359"/>
                </a:cubicBezTo>
                <a:cubicBezTo>
                  <a:pt x="262890" y="5284469"/>
                  <a:pt x="260350" y="5275580"/>
                  <a:pt x="256540" y="5266689"/>
                </a:cubicBezTo>
                <a:lnTo>
                  <a:pt x="256540" y="2933700"/>
                </a:lnTo>
                <a:cubicBezTo>
                  <a:pt x="256540" y="2155190"/>
                  <a:pt x="560070" y="1423670"/>
                  <a:pt x="1109980" y="872490"/>
                </a:cubicBezTo>
                <a:cubicBezTo>
                  <a:pt x="1659890" y="322580"/>
                  <a:pt x="2392680" y="19050"/>
                  <a:pt x="3171190" y="19050"/>
                </a:cubicBezTo>
                <a:cubicBezTo>
                  <a:pt x="3949700" y="19050"/>
                  <a:pt x="4681220" y="322580"/>
                  <a:pt x="5232400" y="872490"/>
                </a:cubicBezTo>
                <a:cubicBezTo>
                  <a:pt x="5782310" y="1422400"/>
                  <a:pt x="6085840" y="2155190"/>
                  <a:pt x="6085840" y="2933700"/>
                </a:cubicBezTo>
                <a:lnTo>
                  <a:pt x="6085840" y="3056890"/>
                </a:lnTo>
                <a:cubicBezTo>
                  <a:pt x="6083300" y="3065780"/>
                  <a:pt x="6079490" y="3074670"/>
                  <a:pt x="6075680" y="3083560"/>
                </a:cubicBezTo>
                <a:cubicBezTo>
                  <a:pt x="6060440" y="3120390"/>
                  <a:pt x="6037580" y="3153410"/>
                  <a:pt x="6009640" y="3181350"/>
                </a:cubicBezTo>
                <a:cubicBezTo>
                  <a:pt x="5981700" y="3209290"/>
                  <a:pt x="5948680" y="3232150"/>
                  <a:pt x="5911850" y="3247390"/>
                </a:cubicBezTo>
                <a:cubicBezTo>
                  <a:pt x="5890260" y="3256280"/>
                  <a:pt x="5868670" y="3262630"/>
                  <a:pt x="5847080" y="3266440"/>
                </a:cubicBezTo>
                <a:cubicBezTo>
                  <a:pt x="5869940" y="3270250"/>
                  <a:pt x="5891530" y="3276600"/>
                  <a:pt x="5911850" y="3285490"/>
                </a:cubicBezTo>
                <a:cubicBezTo>
                  <a:pt x="5948680" y="3300730"/>
                  <a:pt x="5981700" y="3323590"/>
                  <a:pt x="6009640" y="3351530"/>
                </a:cubicBezTo>
                <a:cubicBezTo>
                  <a:pt x="6037580" y="3379470"/>
                  <a:pt x="6060440" y="3412490"/>
                  <a:pt x="6075680" y="3449320"/>
                </a:cubicBezTo>
                <a:cubicBezTo>
                  <a:pt x="6079490" y="3458211"/>
                  <a:pt x="6082030" y="3467100"/>
                  <a:pt x="6085840" y="3475991"/>
                </a:cubicBezTo>
                <a:lnTo>
                  <a:pt x="6085840" y="5803900"/>
                </a:lnTo>
                <a:cubicBezTo>
                  <a:pt x="6085840" y="6582410"/>
                  <a:pt x="5782310" y="7313930"/>
                  <a:pt x="5232400" y="7865110"/>
                </a:cubicBezTo>
                <a:close/>
              </a:path>
            </a:pathLst>
          </a:custGeom>
          <a:solidFill xmlns:a="http://schemas.openxmlformats.org/drawingml/2006/main">
            <a:srgbClr val="3A5F7D"/>
          </a:solidFill>
        </p:spPr>
      </p:sp>
      <p:sp>
        <p:nvSpPr>
          <p:cNvPr id="7" name="AutoShape 7">
            <a:extLst xmlns:a="http://schemas.openxmlformats.org/drawingml/2006/main">
              <a:ext uri="{FF2B5EF4-FFF2-40B4-BE49-F238E27FC236}">
                <a16:creationId xmlns:a16="http://schemas.microsoft.com/office/drawing/2014/main" id="{898766CC-5B1A-44DA-890C-6FFBE090C83A}"/>
              </a:ext>
            </a:extLst>
          </p:cNvPr>
          <p:cNvSpPr>
            <a:spLocks xmlns:a="http://schemas.openxmlformats.org/drawingml/2006/main" noGrp="1"/>
          </p:cNvSpPr>
          <p:nvPr/>
        </p:nvSpPr>
        <p:spPr>
          <a:xfrm xmlns:a="http://schemas.openxmlformats.org/drawingml/2006/main" flipV="1">
            <a:off x="4856815" y="9014424"/>
            <a:ext cx="11217005" cy="9525"/>
          </a:xfrm>
          <a:prstGeom xmlns:a="http://schemas.openxmlformats.org/drawingml/2006/main" prst="line">
            <a:avLst/>
          </a:prstGeom>
          <a:ln xmlns:a="http://schemas.openxmlformats.org/drawingml/2006/main" w="19050">
            <a:solidFill>
              <a:srgbClr val="3A5F7D"/>
            </a:solidFill>
            <a:prstDash val="solid"/>
            <a:headEnd type="none" w="sm" len="sm"/>
            <a:tailEnd type="none" w="sm" len="sm"/>
          </a:ln>
        </p:spPr>
      </p:sp>
      <p:sp>
        <p:nvSpPr>
          <p:cNvPr id="8" name="Freeform 8">
            <a:extLst xmlns:a="http://schemas.openxmlformats.org/drawingml/2006/main">
              <a:ext uri="{FF2B5EF4-FFF2-40B4-BE49-F238E27FC236}">
                <a16:creationId xmlns:a16="http://schemas.microsoft.com/office/drawing/2014/main" id="{369AB90B-4072-4767-B609-45CDB8EE9890}"/>
              </a:ext>
            </a:extLst>
          </p:cNvPr>
          <p:cNvSpPr>
            <a:spLocks xmlns:a="http://schemas.openxmlformats.org/drawingml/2006/main" noGrp="1"/>
          </p:cNvSpPr>
          <p:nvPr/>
        </p:nvSpPr>
        <p:spPr>
          <a:xfrm xmlns:a="http://schemas.openxmlformats.org/drawingml/2006/main" rot="0" flipH="0" flipV="1">
            <a:off x="-1572494" y="-1186685"/>
            <a:ext cx="5755226" cy="3477978"/>
          </a:xfrm>
          <a:custGeom xmlns:a="http://schemas.openxmlformats.org/drawingml/2006/main">
            <a:rect l="l" t="t" r="r" b="b"/>
            <a:pathLst>
              <a:path w="5755226" h="3477978">
                <a:moveTo>
                  <a:pt x="0" y="3477978"/>
                </a:moveTo>
                <a:lnTo>
                  <a:pt x="5755226" y="3477978"/>
                </a:lnTo>
                <a:lnTo>
                  <a:pt x="5755226" y="0"/>
                </a:lnTo>
                <a:lnTo>
                  <a:pt x="0" y="0"/>
                </a:lnTo>
                <a:lnTo>
                  <a:pt x="0" y="3477978"/>
                </a:lnTo>
                <a:close/>
              </a:path>
            </a:pathLst>
          </a:custGeom>
          <a:blipFill xmlns:a="http://schemas.openxmlformats.org/drawingml/2006/main">
            <a:blip xmlns:r="http://schemas.openxmlformats.org/officeDocument/2006/relationships" r:embed="R892a9b45a9c5476e">
              <a:extLst>
                <a:ext uri="{96DAC541-7B7A-43D3-8B79-37D633B846F1}">
                  <asvg:svgBlip xmlns:asvg="http://schemas.microsoft.com/office/drawing/2016/SVG/main" r:embed="R494714a41f3446d3"/>
                </a:ext>
              </a:extLst>
            </a:blip>
            <a:stretch>
              <a:fillRect l="0" t="0" r="0" b="0"/>
            </a:stretch>
          </a:blipFill>
        </p:spPr>
      </p:sp>
      <p:sp>
        <p:nvSpPr>
          <p:cNvPr id="9" name="Freeform 9">
            <a:extLst xmlns:a="http://schemas.openxmlformats.org/drawingml/2006/main">
              <a:ext uri="{FF2B5EF4-FFF2-40B4-BE49-F238E27FC236}">
                <a16:creationId xmlns:a16="http://schemas.microsoft.com/office/drawing/2014/main" id="{EBE47642-AEA1-48C2-BDA1-4AEF4E3FB402}"/>
              </a:ext>
            </a:extLst>
          </p:cNvPr>
          <p:cNvSpPr>
            <a:spLocks xmlns:a="http://schemas.openxmlformats.org/drawingml/2006/main" noGrp="1"/>
          </p:cNvSpPr>
          <p:nvPr/>
        </p:nvSpPr>
        <p:spPr>
          <a:xfrm xmlns:a="http://schemas.openxmlformats.org/drawingml/2006/main" rot="0" flipH="1" flipV="1">
            <a:off x="16401083" y="-184286"/>
            <a:ext cx="2017079" cy="2390934"/>
          </a:xfrm>
          <a:custGeom xmlns:a="http://schemas.openxmlformats.org/drawingml/2006/main">
            <a:rect l="l" t="t" r="r" b="b"/>
            <a:pathLst>
              <a:path w="2017079" h="2390934">
                <a:moveTo>
                  <a:pt x="2017078" y="2390934"/>
                </a:moveTo>
                <a:lnTo>
                  <a:pt x="0" y="2390934"/>
                </a:lnTo>
                <a:lnTo>
                  <a:pt x="0" y="0"/>
                </a:lnTo>
                <a:lnTo>
                  <a:pt x="2017078" y="0"/>
                </a:lnTo>
                <a:lnTo>
                  <a:pt x="2017078" y="2390934"/>
                </a:lnTo>
                <a:close/>
              </a:path>
            </a:pathLst>
          </a:custGeom>
          <a:blipFill xmlns:a="http://schemas.openxmlformats.org/drawingml/2006/main">
            <a:blip xmlns:r="http://schemas.openxmlformats.org/officeDocument/2006/relationships" r:embed="R903f205ed966492c">
              <a:extLst>
                <a:ext uri="{96DAC541-7B7A-43D3-8B79-37D633B846F1}">
                  <asvg:svgBlip xmlns:asvg="http://schemas.microsoft.com/office/drawing/2016/SVG/main" r:embed="Re42ffceac9fe45f2"/>
                </a:ext>
              </a:extLst>
            </a:blip>
            <a:stretch>
              <a:fillRect l="0" t="0" r="0" b="0"/>
            </a:stretch>
          </a:blipFill>
        </p:spPr>
      </p:sp>
      <p:sp>
        <p:nvSpPr>
          <p:cNvPr id="10" name="TextBox 10">
            <a:extLst xmlns:a="http://schemas.openxmlformats.org/drawingml/2006/main">
              <a:ext uri="{FF2B5EF4-FFF2-40B4-BE49-F238E27FC236}">
                <a16:creationId xmlns:a16="http://schemas.microsoft.com/office/drawing/2014/main" id="{10038116-14B4-4B72-95FA-479ECD696672}"/>
              </a:ext>
            </a:extLst>
          </p:cNvPr>
          <p:cNvSpPr>
            <a:spLocks xmlns:a="http://schemas.openxmlformats.org/drawingml/2006/main" noGrp="1"/>
          </p:cNvSpPr>
          <p:nvPr/>
        </p:nvSpPr>
        <p:spPr>
          <a:xfrm xmlns:a="http://schemas.openxmlformats.org/drawingml/2006/main" rot="0">
            <a:off x="7239000" y="1666875"/>
            <a:ext cx="8858250" cy="1000125"/>
          </a:xfrm>
          <a:prstGeom xmlns:a="http://schemas.openxmlformats.org/drawingml/2006/main" prst="rect">
            <a:avLst/>
          </a:prstGeom>
        </p:spPr>
        <p:txBody>
          <a:bodyPr xmlns:a="http://schemas.openxmlformats.org/drawingml/2006/main" lIns="0" tIns="0" rIns="0" bIns="0" anchor="ctr">
            <a:normAutofit fontScale="10000"/>
          </a:bodyPr>
          <a:lstStyle xmlns:a="http://schemas.openxmlformats.org/drawingml/2006/main"/>
          <a:p xmlns:a="http://schemas.openxmlformats.org/drawingml/2006/main">
            <a:pPr algn="l">
              <a:lnSpc>
                <a:spcPct val="95000"/>
              </a:lnSpc>
              <a:buNone/>
              <a:defRPr sz="3300" b="1">
                <a:solidFill>
                  <a:srgbClr val="315C7D"/>
                </a:solidFill>
                <a:latin typeface="Noto Sans"/>
                <a:ea typeface="Noto Sans"/>
                <a:cs typeface="Noto Sans"/>
              </a:defRPr>
            </a:pPr>
            <a:r>
              <a:rPr sz="3300" b="1">
                <a:solidFill>
                  <a:srgbClr val="315C7D"/>
                </a:solidFill>
                <a:latin typeface="Noto Sans"/>
                <a:ea typeface="Noto Sans"/>
                <a:cs typeface="Noto Sans"/>
              </a:rPr>
              <a:t>БАЙГУУЛЛАГА БА МИНИЙ ОРОЛЦОО</a:t>
            </a:r>
          </a:p>
        </p:txBody>
      </p:sp>
      <p:sp>
        <p:nvSpPr>
          <p:cNvPr id="11" name="TextBox 11">
            <a:extLst xmlns:a="http://schemas.openxmlformats.org/drawingml/2006/main">
              <a:ext uri="{FF2B5EF4-FFF2-40B4-BE49-F238E27FC236}">
                <a16:creationId xmlns:a16="http://schemas.microsoft.com/office/drawing/2014/main" id="{7527E3FC-CA60-49BB-B8BC-6E0A6ABDE9C0}"/>
              </a:ext>
            </a:extLst>
          </p:cNvPr>
          <p:cNvSpPr>
            <a:spLocks xmlns:a="http://schemas.openxmlformats.org/drawingml/2006/main" noGrp="1"/>
          </p:cNvSpPr>
          <p:nvPr/>
        </p:nvSpPr>
        <p:spPr>
          <a:xfrm xmlns:a="http://schemas.openxmlformats.org/drawingml/2006/main" rot="0">
            <a:off x="7239000" y="2857500"/>
            <a:ext cx="8763000" cy="51435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5000"/>
              </a:lnSpc>
              <a:buNone/>
              <a:defRPr sz="2025" b="0">
                <a:solidFill>
                  <a:srgbClr val="547B98"/>
                </a:solidFill>
                <a:latin typeface="Noto Sans"/>
                <a:ea typeface="Noto Sans"/>
                <a:cs typeface="Noto Sans"/>
              </a:defRPr>
            </a:pPr>
            <a:r>
              <a:rPr sz="2025" b="0">
                <a:solidFill>
                  <a:srgbClr val="547B98"/>
                </a:solidFill>
                <a:latin typeface="Noto Sans"/>
                <a:ea typeface="Noto Sans"/>
                <a:cs typeface="Noto Sans"/>
              </a:rPr>
              <a:t>CALLPRO LABS</a:t>
            </a:r>
          </a:p>
          <a:p xmlns:a="http://schemas.openxmlformats.org/drawingml/2006/main">
            <a:pPr algn="l">
              <a:lnSpc>
                <a:spcPct val="105000"/>
              </a:lnSpc>
              <a:buNone/>
              <a:defRPr sz="2025" b="0">
                <a:solidFill>
                  <a:srgbClr val="547B98"/>
                </a:solidFill>
                <a:latin typeface="Noto Sans"/>
                <a:ea typeface="Noto Sans"/>
                <a:cs typeface="Noto Sans"/>
              </a:defRPr>
            </a:pPr>
            <a:r>
              <a:rPr sz="2025" b="0">
                <a:solidFill>
                  <a:srgbClr val="547B98"/>
                </a:solidFill>
                <a:latin typeface="Noto Sans"/>
                <a:ea typeface="Noto Sans"/>
                <a:cs typeface="Noto Sans"/>
              </a:rPr>
              <a:t>CallPro-ийн AI чиглэлийн хөгжүүлэлт, монгол яриаг текст болгох загварын өгөгдөл бэлтгэдэг.</a:t>
            </a:r>
          </a:p>
          <a:p xmlns:a="http://schemas.openxmlformats.org/drawingml/2006/main">
            <a:pPr algn="just">
              <a:lnSpc>
                <a:spcPts val="4478"/>
              </a:lnSpc>
              <a:buNone/>
            </a:pPr>
            <a:r>
              <a:rPr sz="3199">
                <a:solidFill>
                  <a:srgbClr val="3A5F7D"/>
                </a:solidFill>
                <a:latin typeface="Work Sans"/>
                <a:ea typeface="Work Sans"/>
                <a:cs typeface="Work Sans"/>
              </a:rPr>
              <a:t/>
            </a:r>
          </a:p>
          <a:p xmlns:a="http://schemas.openxmlformats.org/drawingml/2006/main">
            <a:pPr algn="l">
              <a:lnSpc>
                <a:spcPct val="105000"/>
              </a:lnSpc>
              <a:buNone/>
              <a:defRPr sz="2025" b="0">
                <a:solidFill>
                  <a:srgbClr val="547B98"/>
                </a:solidFill>
                <a:latin typeface="Noto Sans"/>
                <a:ea typeface="Noto Sans"/>
                <a:cs typeface="Noto Sans"/>
              </a:defRPr>
            </a:pPr>
            <a:r>
              <a:rPr sz="2025" b="0">
                <a:solidFill>
                  <a:srgbClr val="547B98"/>
                </a:solidFill>
                <a:latin typeface="Noto Sans"/>
                <a:ea typeface="Noto Sans"/>
                <a:cs typeface="Noto Sans"/>
              </a:rPr>
              <a:t>МИНИЙ ҮҮРЭГ</a:t>
            </a:r>
          </a:p>
          <a:p xmlns:a="http://schemas.openxmlformats.org/drawingml/2006/main">
            <a:pPr algn="l">
              <a:lnSpc>
                <a:spcPct val="105000"/>
              </a:lnSpc>
              <a:buNone/>
              <a:defRPr sz="2025" b="0">
                <a:solidFill>
                  <a:srgbClr val="547B98"/>
                </a:solidFill>
                <a:latin typeface="Noto Sans"/>
                <a:ea typeface="Noto Sans"/>
                <a:cs typeface="Noto Sans"/>
              </a:defRPr>
            </a:pPr>
            <a:r>
              <a:rPr sz="2025" b="0">
                <a:solidFill>
                  <a:srgbClr val="547B98"/>
                </a:solidFill>
                <a:latin typeface="Noto Sans"/>
                <a:ea typeface="Noto Sans"/>
                <a:cs typeface="Noto Sans"/>
              </a:rPr>
              <a:t>• 5–60 секундын аудио бичлэгийг сонсож текст болгон буулгасан</a:t>
            </a:r>
          </a:p>
          <a:p xmlns:a="http://schemas.openxmlformats.org/drawingml/2006/main">
            <a:pPr algn="l">
              <a:lnSpc>
                <a:spcPct val="105000"/>
              </a:lnSpc>
              <a:buNone/>
              <a:defRPr sz="2025" b="0">
                <a:solidFill>
                  <a:srgbClr val="547B98"/>
                </a:solidFill>
                <a:latin typeface="Noto Sans"/>
                <a:ea typeface="Noto Sans"/>
                <a:cs typeface="Noto Sans"/>
              </a:defRPr>
            </a:pPr>
            <a:r>
              <a:rPr sz="2025" b="0">
                <a:solidFill>
                  <a:srgbClr val="547B98"/>
                </a:solidFill>
                <a:latin typeface="Noto Sans"/>
                <a:ea typeface="Noto Sans"/>
                <a:cs typeface="Noto Sans"/>
              </a:rPr>
              <a:t>• Сул авиа болон зөв бичгийн дүрмийг бүрэн тэмдэглэсэн</a:t>
            </a:r>
          </a:p>
          <a:p xmlns:a="http://schemas.openxmlformats.org/drawingml/2006/main">
            <a:pPr algn="l">
              <a:lnSpc>
                <a:spcPct val="105000"/>
              </a:lnSpc>
              <a:buNone/>
              <a:defRPr sz="2025" b="0">
                <a:solidFill>
                  <a:srgbClr val="547B98"/>
                </a:solidFill>
                <a:latin typeface="Noto Sans"/>
                <a:ea typeface="Noto Sans"/>
                <a:cs typeface="Noto Sans"/>
              </a:defRPr>
            </a:pPr>
            <a:r>
              <a:rPr sz="2025" b="0">
                <a:solidFill>
                  <a:srgbClr val="547B98"/>
                </a:solidFill>
                <a:latin typeface="Noto Sans"/>
                <a:ea typeface="Noto Sans"/>
                <a:cs typeface="Noto Sans"/>
              </a:rPr>
              <a:t>• Өдөр тутмын ажлын зэрэгцээ RAG чатботын бие даасан төсөл хөгжүүлсэн</a:t>
            </a:r>
          </a:p>
        </p:txBody>
      </p:sp>
      <p:sp>
        <p:nvSpPr>
          <p:cNvPr id="12" name="TextBox 12">
            <a:extLst xmlns:a="http://schemas.openxmlformats.org/drawingml/2006/main">
              <a:ext uri="{FF2B5EF4-FFF2-40B4-BE49-F238E27FC236}">
                <a16:creationId xmlns:a16="http://schemas.microsoft.com/office/drawing/2014/main" id="{D1DD970F-EB4D-4182-8338-5789DF193DE9}"/>
              </a:ext>
            </a:extLst>
          </p:cNvPr>
          <p:cNvSpPr>
            <a:spLocks xmlns:a="http://schemas.openxmlformats.org/drawingml/2006/main" noGrp="1"/>
          </p:cNvSpPr>
          <p:nvPr/>
        </p:nvSpPr>
        <p:spPr>
          <a:xfrm xmlns:a="http://schemas.openxmlformats.org/drawingml/2006/main" rot="0">
            <a:off x="1338263" y="8769956"/>
            <a:ext cx="3470928" cy="13335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1050" b="0">
                <a:solidFill>
                  <a:srgbClr val="6F91AA"/>
                </a:solidFill>
                <a:latin typeface="Noto Sans"/>
                <a:ea typeface="Noto Sans"/>
                <a:cs typeface="Noto Sans"/>
              </a:defRPr>
            </a:pPr>
            <a:r>
              <a:rPr sz="1050" b="0" i="1">
                <a:solidFill>
                  <a:srgbClr val="6F91AA"/>
                </a:solidFill>
                <a:latin typeface="Noto Sans"/>
                <a:ea typeface="Noto Sans"/>
                <a:cs typeface="Noto Sans"/>
              </a:rPr>
              <a:t>CALLPRO LABS  •  ҮЙЛДВЭРЛЭЛИЙН ДАДЛАГА</a:t>
            </a:r>
          </a:p>
        </p:txBody>
      </p:sp>
      <p:sp>
        <p:nvSpPr>
          <p:cNvPr id="13" name="TextBox 13">
            <a:extLst xmlns:a="http://schemas.openxmlformats.org/drawingml/2006/main">
              <a:ext uri="{FF2B5EF4-FFF2-40B4-BE49-F238E27FC236}">
                <a16:creationId xmlns:a16="http://schemas.microsoft.com/office/drawing/2014/main" id="{7D3307A3-8B85-4716-BB3F-E2C22691384B}"/>
              </a:ext>
            </a:extLst>
          </p:cNvPr>
          <p:cNvSpPr>
            <a:spLocks xmlns:a="http://schemas.openxmlformats.org/drawingml/2006/main" noGrp="1"/>
          </p:cNvSpPr>
          <p:nvPr/>
        </p:nvSpPr>
        <p:spPr>
          <a:xfrm xmlns:a="http://schemas.openxmlformats.org/drawingml/2006/main" rot="0">
            <a:off x="16225283" y="8668356"/>
            <a:ext cx="724455" cy="55118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200" b="1">
                <a:solidFill>
                  <a:srgbClr val="315C7D"/>
                </a:solidFill>
                <a:latin typeface="Noto Sans"/>
                <a:ea typeface="Noto Sans"/>
                <a:cs typeface="Noto Sans"/>
              </a:defRPr>
            </a:pPr>
            <a:r>
              <a:rPr sz="1200" b="1">
                <a:solidFill>
                  <a:srgbClr val="315C7D"/>
                </a:solidFill>
                <a:latin typeface="Noto Sans"/>
                <a:ea typeface="Noto Sans"/>
                <a:cs typeface="Noto Sans"/>
              </a:rPr>
              <a:t>02</a:t>
            </a:r>
          </a:p>
        </p:txBody>
      </p:sp>
    </p:spTree>
    <p:extLst>
      <p:ext uri="{BB962C8B-B14F-4D97-AF65-F5344CB8AC3E}">
        <p14:creationId xmlns:p14="http://schemas.microsoft.com/office/powerpoint/2010/main" val="187760741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Box 2">
            <a:extLst xmlns:a="http://schemas.openxmlformats.org/drawingml/2006/main">
              <a:ext uri="{FF2B5EF4-FFF2-40B4-BE49-F238E27FC236}">
                <a16:creationId xmlns:a16="http://schemas.microsoft.com/office/drawing/2014/main" id="{03F124CF-3534-46E2-941C-AF52D84B37DD}"/>
              </a:ext>
            </a:extLst>
          </p:cNvPr>
          <p:cNvSpPr>
            <a:spLocks xmlns:a="http://schemas.openxmlformats.org/drawingml/2006/main" noGrp="1"/>
          </p:cNvSpPr>
          <p:nvPr/>
        </p:nvSpPr>
        <p:spPr>
          <a:xfrm xmlns:a="http://schemas.openxmlformats.org/drawingml/2006/main" rot="0">
            <a:off x="4828459" y="911088"/>
            <a:ext cx="8631082" cy="3200146"/>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3675" b="1">
                <a:solidFill>
                  <a:srgbClr val="315C7D"/>
                </a:solidFill>
                <a:latin typeface="Noto Sans"/>
                <a:ea typeface="Noto Sans"/>
                <a:cs typeface="Noto Sans"/>
              </a:defRPr>
            </a:pPr>
            <a:r>
              <a:rPr sz="3675" b="1">
                <a:solidFill>
                  <a:srgbClr val="315C7D"/>
                </a:solidFill>
                <a:latin typeface="Noto Sans"/>
                <a:ea typeface="Noto Sans"/>
                <a:cs typeface="Noto Sans"/>
              </a:rPr>
              <a:t>ТӨСЛИЙН ЗОРИЛГО</a:t>
            </a:r>
          </a:p>
        </p:txBody>
      </p:sp>
      <p:sp>
        <p:nvSpPr>
          <p:cNvPr id="3" name="TextBox 3">
            <a:extLst xmlns:a="http://schemas.openxmlformats.org/drawingml/2006/main">
              <a:ext uri="{FF2B5EF4-FFF2-40B4-BE49-F238E27FC236}">
                <a16:creationId xmlns:a16="http://schemas.microsoft.com/office/drawing/2014/main" id="{4F4BF781-7F96-4693-BF0C-BAED1E144403}"/>
              </a:ext>
            </a:extLst>
          </p:cNvPr>
          <p:cNvSpPr>
            <a:spLocks xmlns:a="http://schemas.openxmlformats.org/drawingml/2006/main" noGrp="1"/>
          </p:cNvSpPr>
          <p:nvPr/>
        </p:nvSpPr>
        <p:spPr>
          <a:xfrm xmlns:a="http://schemas.openxmlformats.org/drawingml/2006/main" rot="0">
            <a:off x="2226284" y="4142220"/>
            <a:ext cx="6499856" cy="3928767"/>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100" b="0">
                <a:solidFill>
                  <a:srgbClr val="547B98"/>
                </a:solidFill>
                <a:latin typeface="Noto Sans"/>
                <a:ea typeface="Noto Sans"/>
                <a:cs typeface="Noto Sans"/>
              </a:defRPr>
            </a:pPr>
            <a:r>
              <a:rPr sz="2100" b="0">
                <a:solidFill>
                  <a:srgbClr val="547B98"/>
                </a:solidFill>
                <a:latin typeface="Noto Sans"/>
                <a:ea typeface="Noto Sans"/>
                <a:cs typeface="Noto Sans"/>
              </a:rPr>
              <a:t>АСУУДАЛ</a:t>
            </a:r>
          </a:p>
          <a:p xmlns:a="http://schemas.openxmlformats.org/drawingml/2006/main">
            <a:pPr algn="ctr">
              <a:lnSpc>
                <a:spcPct val="108000"/>
              </a:lnSpc>
              <a:buNone/>
              <a:defRPr sz="2100" b="0">
                <a:solidFill>
                  <a:srgbClr val="547B98"/>
                </a:solidFill>
                <a:latin typeface="Noto Sans"/>
                <a:ea typeface="Noto Sans"/>
                <a:cs typeface="Noto Sans"/>
              </a:defRPr>
            </a:pPr>
            <a:r>
              <a:rPr sz="2100" b="0">
                <a:solidFill>
                  <a:srgbClr val="547B98"/>
                </a:solidFill>
                <a:latin typeface="Noto Sans"/>
                <a:ea typeface="Noto Sans"/>
                <a:cs typeface="Noto Sans"/>
              </a:rPr>
              <a:t>Байгууллагын PDF, журам, тайлангаас мэдээллийг гараар хайхад хугацаа их ордог. Түлхүүр үгийн хайлт нь өөр үгээр бичсэн ижил утгыг алдаж болно.</a:t>
            </a:r>
          </a:p>
        </p:txBody>
      </p:sp>
      <p:sp>
        <p:nvSpPr>
          <p:cNvPr id="4" name="TextBox 4">
            <a:extLst xmlns:a="http://schemas.openxmlformats.org/drawingml/2006/main">
              <a:ext uri="{FF2B5EF4-FFF2-40B4-BE49-F238E27FC236}">
                <a16:creationId xmlns:a16="http://schemas.microsoft.com/office/drawing/2014/main" id="{046D3862-3821-4E63-A996-0E0D0975B49B}"/>
              </a:ext>
            </a:extLst>
          </p:cNvPr>
          <p:cNvSpPr>
            <a:spLocks xmlns:a="http://schemas.openxmlformats.org/drawingml/2006/main" noGrp="1"/>
          </p:cNvSpPr>
          <p:nvPr/>
        </p:nvSpPr>
        <p:spPr>
          <a:xfrm xmlns:a="http://schemas.openxmlformats.org/drawingml/2006/main" rot="0">
            <a:off x="4696141" y="2908465"/>
            <a:ext cx="1560142" cy="1102741"/>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250" b="1">
                <a:solidFill>
                  <a:srgbClr val="315C7D"/>
                </a:solidFill>
                <a:latin typeface="Noto Sans"/>
                <a:ea typeface="Noto Sans"/>
                <a:cs typeface="Noto Sans"/>
              </a:defRPr>
            </a:pPr>
            <a:r>
              <a:rPr sz="2250" b="1">
                <a:solidFill>
                  <a:srgbClr val="315C7D"/>
                </a:solidFill>
                <a:latin typeface="Noto Sans"/>
                <a:ea typeface="Noto Sans"/>
                <a:cs typeface="Noto Sans"/>
              </a:rPr>
              <a:t>01</a:t>
            </a:r>
          </a:p>
        </p:txBody>
      </p:sp>
      <p:sp>
        <p:nvSpPr>
          <p:cNvPr id="5" name="TextBox 5">
            <a:extLst xmlns:a="http://schemas.openxmlformats.org/drawingml/2006/main">
              <a:ext uri="{FF2B5EF4-FFF2-40B4-BE49-F238E27FC236}">
                <a16:creationId xmlns:a16="http://schemas.microsoft.com/office/drawing/2014/main" id="{852B5B10-F5BD-46C1-B4B9-B5AC53838DE3}"/>
              </a:ext>
            </a:extLst>
          </p:cNvPr>
          <p:cNvSpPr>
            <a:spLocks xmlns:a="http://schemas.openxmlformats.org/drawingml/2006/main" noGrp="1"/>
          </p:cNvSpPr>
          <p:nvPr/>
        </p:nvSpPr>
        <p:spPr>
          <a:xfrm xmlns:a="http://schemas.openxmlformats.org/drawingml/2006/main" rot="0">
            <a:off x="9561860" y="4142220"/>
            <a:ext cx="6499856" cy="3928767"/>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100" b="0">
                <a:solidFill>
                  <a:srgbClr val="547B98"/>
                </a:solidFill>
                <a:latin typeface="Noto Sans"/>
                <a:ea typeface="Noto Sans"/>
                <a:cs typeface="Noto Sans"/>
              </a:defRPr>
            </a:pPr>
            <a:r>
              <a:rPr sz="2100" b="0">
                <a:solidFill>
                  <a:srgbClr val="547B98"/>
                </a:solidFill>
                <a:latin typeface="Noto Sans"/>
                <a:ea typeface="Noto Sans"/>
                <a:cs typeface="Noto Sans"/>
              </a:rPr>
              <a:t>ШИЙДЭЛ</a:t>
            </a:r>
          </a:p>
          <a:p xmlns:a="http://schemas.openxmlformats.org/drawingml/2006/main">
            <a:pPr algn="ctr">
              <a:lnSpc>
                <a:spcPct val="108000"/>
              </a:lnSpc>
              <a:buNone/>
              <a:defRPr sz="2100" b="0">
                <a:solidFill>
                  <a:srgbClr val="547B98"/>
                </a:solidFill>
                <a:latin typeface="Noto Sans"/>
                <a:ea typeface="Noto Sans"/>
                <a:cs typeface="Noto Sans"/>
              </a:defRPr>
            </a:pPr>
            <a:r>
              <a:rPr sz="2100" b="0">
                <a:solidFill>
                  <a:srgbClr val="547B98"/>
                </a:solidFill>
                <a:latin typeface="Noto Sans"/>
                <a:ea typeface="Noto Sans"/>
                <a:cs typeface="Noto Sans"/>
              </a:rPr>
              <a:t>Хэрэглэгчийн баримтаас утгаар хайж, зөвхөн олдсон контекстээр хариулан, ашигласан эх сурвалжийг хамт харуулах RAG чатботын MVP бүтээх.</a:t>
            </a:r>
          </a:p>
        </p:txBody>
      </p:sp>
      <p:sp>
        <p:nvSpPr>
          <p:cNvPr id="6" name="TextBox 6">
            <a:extLst xmlns:a="http://schemas.openxmlformats.org/drawingml/2006/main">
              <a:ext uri="{FF2B5EF4-FFF2-40B4-BE49-F238E27FC236}">
                <a16:creationId xmlns:a16="http://schemas.microsoft.com/office/drawing/2014/main" id="{AE90CAFA-FAED-4836-B437-DAE9671540E2}"/>
              </a:ext>
            </a:extLst>
          </p:cNvPr>
          <p:cNvSpPr>
            <a:spLocks xmlns:a="http://schemas.openxmlformats.org/drawingml/2006/main" noGrp="1"/>
          </p:cNvSpPr>
          <p:nvPr/>
        </p:nvSpPr>
        <p:spPr>
          <a:xfrm xmlns:a="http://schemas.openxmlformats.org/drawingml/2006/main" rot="0">
            <a:off x="12031717" y="2908465"/>
            <a:ext cx="1560142" cy="1102741"/>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250" b="1">
                <a:solidFill>
                  <a:srgbClr val="315C7D"/>
                </a:solidFill>
                <a:latin typeface="Noto Sans"/>
                <a:ea typeface="Noto Sans"/>
                <a:cs typeface="Noto Sans"/>
              </a:defRPr>
            </a:pPr>
            <a:r>
              <a:rPr sz="2250" b="1">
                <a:solidFill>
                  <a:srgbClr val="315C7D"/>
                </a:solidFill>
                <a:latin typeface="Noto Sans"/>
                <a:ea typeface="Noto Sans"/>
                <a:cs typeface="Noto Sans"/>
              </a:rPr>
              <a:t>02</a:t>
            </a:r>
          </a:p>
        </p:txBody>
      </p:sp>
      <p:sp>
        <p:nvSpPr>
          <p:cNvPr id="7" name="Freeform 7">
            <a:extLst xmlns:a="http://schemas.openxmlformats.org/drawingml/2006/main">
              <a:ext uri="{FF2B5EF4-FFF2-40B4-BE49-F238E27FC236}">
                <a16:creationId xmlns:a16="http://schemas.microsoft.com/office/drawing/2014/main" id="{27DAF1E3-5957-49E4-B859-75FE7B6B5FD3}"/>
              </a:ext>
            </a:extLst>
          </p:cNvPr>
          <p:cNvSpPr>
            <a:spLocks xmlns:a="http://schemas.openxmlformats.org/drawingml/2006/main" noGrp="1"/>
          </p:cNvSpPr>
          <p:nvPr/>
        </p:nvSpPr>
        <p:spPr>
          <a:xfrm xmlns:a="http://schemas.openxmlformats.org/drawingml/2006/main" rot="0" flipH="1" flipV="0">
            <a:off x="14270881" y="8126989"/>
            <a:ext cx="5633392" cy="3404352"/>
          </a:xfrm>
          <a:custGeom xmlns:a="http://schemas.openxmlformats.org/drawingml/2006/main">
            <a:rect l="l" t="t" r="r" b="b"/>
            <a:pathLst>
              <a:path w="5633392" h="3404352">
                <a:moveTo>
                  <a:pt x="5633392" y="0"/>
                </a:moveTo>
                <a:lnTo>
                  <a:pt x="0" y="0"/>
                </a:lnTo>
                <a:lnTo>
                  <a:pt x="0" y="3404352"/>
                </a:lnTo>
                <a:lnTo>
                  <a:pt x="5633392" y="3404352"/>
                </a:lnTo>
                <a:lnTo>
                  <a:pt x="5633392" y="0"/>
                </a:lnTo>
                <a:close/>
              </a:path>
            </a:pathLst>
          </a:custGeom>
          <a:blipFill xmlns:a="http://schemas.openxmlformats.org/drawingml/2006/main">
            <a:blip xmlns:r="http://schemas.openxmlformats.org/officeDocument/2006/relationships" r:embed="R437610d3e67544b6">
              <a:extLst>
                <a:ext uri="{96DAC541-7B7A-43D3-8B79-37D633B846F1}">
                  <asvg:svgBlip xmlns:asvg="http://schemas.microsoft.com/office/drawing/2016/SVG/main" r:embed="Re6eac38d99b74ac5"/>
                </a:ext>
              </a:extLst>
            </a:blip>
            <a:stretch>
              <a:fillRect l="0" t="0" r="0" b="0"/>
            </a:stretch>
          </a:blipFill>
        </p:spPr>
      </p:sp>
      <p:sp>
        <p:nvSpPr>
          <p:cNvPr id="8" name="Freeform 8">
            <a:extLst xmlns:a="http://schemas.openxmlformats.org/drawingml/2006/main">
              <a:ext uri="{FF2B5EF4-FFF2-40B4-BE49-F238E27FC236}">
                <a16:creationId xmlns:a16="http://schemas.microsoft.com/office/drawing/2014/main" id="{FA59E0E8-16C9-4175-A84C-DBA859D304C0}"/>
              </a:ext>
            </a:extLst>
          </p:cNvPr>
          <p:cNvSpPr>
            <a:spLocks xmlns:a="http://schemas.openxmlformats.org/drawingml/2006/main" noGrp="1"/>
          </p:cNvSpPr>
          <p:nvPr/>
        </p:nvSpPr>
        <p:spPr>
          <a:xfrm xmlns:a="http://schemas.openxmlformats.org/drawingml/2006/main" rot="0" flipH="0" flipV="0">
            <a:off x="-1787996" y="8126989"/>
            <a:ext cx="5633392" cy="3404352"/>
          </a:xfrm>
          <a:custGeom xmlns:a="http://schemas.openxmlformats.org/drawingml/2006/main">
            <a:rect l="l" t="t" r="r" b="b"/>
            <a:pathLst>
              <a:path w="5633392" h="3404352">
                <a:moveTo>
                  <a:pt x="0" y="0"/>
                </a:moveTo>
                <a:lnTo>
                  <a:pt x="5633392" y="0"/>
                </a:lnTo>
                <a:lnTo>
                  <a:pt x="5633392" y="3404352"/>
                </a:lnTo>
                <a:lnTo>
                  <a:pt x="0" y="3404352"/>
                </a:lnTo>
                <a:lnTo>
                  <a:pt x="0" y="0"/>
                </a:lnTo>
                <a:close/>
              </a:path>
            </a:pathLst>
          </a:custGeom>
          <a:blipFill xmlns:a="http://schemas.openxmlformats.org/drawingml/2006/main">
            <a:blip xmlns:r="http://schemas.openxmlformats.org/officeDocument/2006/relationships" r:embed="R437610d3e67544b6">
              <a:extLst>
                <a:ext uri="{96DAC541-7B7A-43D3-8B79-37D633B846F1}">
                  <asvg:svgBlip xmlns:asvg="http://schemas.microsoft.com/office/drawing/2016/SVG/main" r:embed="Re6eac38d99b74ac5"/>
                </a:ext>
              </a:extLst>
            </a:blip>
            <a:stretch>
              <a:fillRect l="0" t="0" r="0" b="0"/>
            </a:stretch>
          </a:blipFill>
        </p:spPr>
      </p:sp>
      <p:sp>
        <p:nvSpPr>
          <p:cNvPr id="9" name="AutoShape 9">
            <a:extLst xmlns:a="http://schemas.openxmlformats.org/drawingml/2006/main">
              <a:ext uri="{FF2B5EF4-FFF2-40B4-BE49-F238E27FC236}">
                <a16:creationId xmlns:a16="http://schemas.microsoft.com/office/drawing/2014/main" id="{DBAC3282-1AA0-4ACD-B634-EC21D56F3FDA}"/>
              </a:ext>
            </a:extLst>
          </p:cNvPr>
          <p:cNvSpPr>
            <a:spLocks xmlns:a="http://schemas.openxmlformats.org/drawingml/2006/main" noGrp="1"/>
          </p:cNvSpPr>
          <p:nvPr/>
        </p:nvSpPr>
        <p:spPr>
          <a:xfrm xmlns:a="http://schemas.openxmlformats.org/drawingml/2006/main" flipV="1">
            <a:off x="4856815" y="9014424"/>
            <a:ext cx="11217005" cy="9525"/>
          </a:xfrm>
          <a:prstGeom xmlns:a="http://schemas.openxmlformats.org/drawingml/2006/main" prst="line">
            <a:avLst/>
          </a:prstGeom>
          <a:ln xmlns:a="http://schemas.openxmlformats.org/drawingml/2006/main" w="19050">
            <a:solidFill>
              <a:srgbClr val="3A5F7D"/>
            </a:solidFill>
            <a:prstDash val="solid"/>
            <a:headEnd type="none" w="sm" len="sm"/>
            <a:tailEnd type="none" w="sm" len="sm"/>
          </a:ln>
        </p:spPr>
      </p:sp>
      <p:sp>
        <p:nvSpPr>
          <p:cNvPr id="10" name="TextBox 10">
            <a:extLst xmlns:a="http://schemas.openxmlformats.org/drawingml/2006/main">
              <a:ext uri="{FF2B5EF4-FFF2-40B4-BE49-F238E27FC236}">
                <a16:creationId xmlns:a16="http://schemas.microsoft.com/office/drawing/2014/main" id="{C32F6B1A-4551-4F4B-8668-48904F78BA00}"/>
              </a:ext>
            </a:extLst>
          </p:cNvPr>
          <p:cNvSpPr>
            <a:spLocks xmlns:a="http://schemas.openxmlformats.org/drawingml/2006/main" noGrp="1"/>
          </p:cNvSpPr>
          <p:nvPr/>
        </p:nvSpPr>
        <p:spPr>
          <a:xfrm xmlns:a="http://schemas.openxmlformats.org/drawingml/2006/main" rot="0">
            <a:off x="1338263" y="8769956"/>
            <a:ext cx="3470928" cy="13335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1050" b="0">
                <a:solidFill>
                  <a:srgbClr val="6F91AA"/>
                </a:solidFill>
                <a:latin typeface="Noto Sans"/>
                <a:ea typeface="Noto Sans"/>
                <a:cs typeface="Noto Sans"/>
              </a:defRPr>
            </a:pPr>
            <a:r>
              <a:rPr sz="1050" b="0" i="1">
                <a:solidFill>
                  <a:srgbClr val="6F91AA"/>
                </a:solidFill>
                <a:latin typeface="Noto Sans"/>
                <a:ea typeface="Noto Sans"/>
                <a:cs typeface="Noto Sans"/>
              </a:rPr>
              <a:t>CALLPRO LABS  •  ҮЙЛДВЭРЛЭЛИЙН ДАДЛАГА</a:t>
            </a:r>
          </a:p>
        </p:txBody>
      </p:sp>
      <p:sp>
        <p:nvSpPr>
          <p:cNvPr id="11" name="TextBox 11">
            <a:extLst xmlns:a="http://schemas.openxmlformats.org/drawingml/2006/main">
              <a:ext uri="{FF2B5EF4-FFF2-40B4-BE49-F238E27FC236}">
                <a16:creationId xmlns:a16="http://schemas.microsoft.com/office/drawing/2014/main" id="{22AA5FBD-3CA4-4BBB-ACFD-28868F1BD9E7}"/>
              </a:ext>
            </a:extLst>
          </p:cNvPr>
          <p:cNvSpPr>
            <a:spLocks xmlns:a="http://schemas.openxmlformats.org/drawingml/2006/main" noGrp="1"/>
          </p:cNvSpPr>
          <p:nvPr/>
        </p:nvSpPr>
        <p:spPr>
          <a:xfrm xmlns:a="http://schemas.openxmlformats.org/drawingml/2006/main" rot="0">
            <a:off x="16225283" y="8668356"/>
            <a:ext cx="724455" cy="55118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200" b="1">
                <a:solidFill>
                  <a:srgbClr val="315C7D"/>
                </a:solidFill>
                <a:latin typeface="Noto Sans"/>
                <a:ea typeface="Noto Sans"/>
                <a:cs typeface="Noto Sans"/>
              </a:defRPr>
            </a:pPr>
            <a:r>
              <a:rPr sz="1200" b="1">
                <a:solidFill>
                  <a:srgbClr val="315C7D"/>
                </a:solidFill>
                <a:latin typeface="Noto Sans"/>
                <a:ea typeface="Noto Sans"/>
                <a:cs typeface="Noto Sans"/>
              </a:rPr>
              <a:t>03</a:t>
            </a:r>
          </a:p>
        </p:txBody>
      </p:sp>
      <p:sp>
        <p:nvSpPr>
          <p:cNvPr id="12" name="Freeform 12">
            <a:extLst xmlns:a="http://schemas.openxmlformats.org/drawingml/2006/main">
              <a:ext uri="{FF2B5EF4-FFF2-40B4-BE49-F238E27FC236}">
                <a16:creationId xmlns:a16="http://schemas.microsoft.com/office/drawing/2014/main" id="{5E0F322F-3FF5-41A6-9CC7-7F20D81A6874}"/>
              </a:ext>
            </a:extLst>
          </p:cNvPr>
          <p:cNvSpPr>
            <a:spLocks xmlns:a="http://schemas.openxmlformats.org/drawingml/2006/main" noGrp="1"/>
          </p:cNvSpPr>
          <p:nvPr/>
        </p:nvSpPr>
        <p:spPr>
          <a:xfrm xmlns:a="http://schemas.openxmlformats.org/drawingml/2006/main" rot="0" flipH="0" flipV="1">
            <a:off x="-130161" y="-149248"/>
            <a:ext cx="2017079" cy="2390934"/>
          </a:xfrm>
          <a:custGeom xmlns:a="http://schemas.openxmlformats.org/drawingml/2006/main">
            <a:rect l="l" t="t" r="r" b="b"/>
            <a:pathLst>
              <a:path w="2017079" h="2390934">
                <a:moveTo>
                  <a:pt x="0" y="2390934"/>
                </a:moveTo>
                <a:lnTo>
                  <a:pt x="2017078" y="2390934"/>
                </a:lnTo>
                <a:lnTo>
                  <a:pt x="2017078" y="0"/>
                </a:lnTo>
                <a:lnTo>
                  <a:pt x="0" y="0"/>
                </a:lnTo>
                <a:lnTo>
                  <a:pt x="0" y="2390934"/>
                </a:lnTo>
                <a:close/>
              </a:path>
            </a:pathLst>
          </a:custGeom>
          <a:blipFill xmlns:a="http://schemas.openxmlformats.org/drawingml/2006/main">
            <a:blip xmlns:r="http://schemas.openxmlformats.org/officeDocument/2006/relationships" r:embed="R75e20149e1974852">
              <a:extLst>
                <a:ext uri="{96DAC541-7B7A-43D3-8B79-37D633B846F1}">
                  <asvg:svgBlip xmlns:asvg="http://schemas.microsoft.com/office/drawing/2016/SVG/main" r:embed="R677c3e15cc9b4c4c"/>
                </a:ext>
              </a:extLst>
            </a:blip>
            <a:stretch>
              <a:fillRect l="0" t="0" r="0" b="0"/>
            </a:stretch>
          </a:blipFill>
        </p:spPr>
      </p:sp>
      <p:sp>
        <p:nvSpPr>
          <p:cNvPr id="13" name="Freeform 13">
            <a:extLst xmlns:a="http://schemas.openxmlformats.org/drawingml/2006/main">
              <a:ext uri="{FF2B5EF4-FFF2-40B4-BE49-F238E27FC236}">
                <a16:creationId xmlns:a16="http://schemas.microsoft.com/office/drawing/2014/main" id="{B158DC4D-021A-46BB-988B-019FF4CD97F6}"/>
              </a:ext>
            </a:extLst>
          </p:cNvPr>
          <p:cNvSpPr>
            <a:spLocks xmlns:a="http://schemas.openxmlformats.org/drawingml/2006/main" noGrp="1"/>
          </p:cNvSpPr>
          <p:nvPr/>
        </p:nvSpPr>
        <p:spPr>
          <a:xfrm xmlns:a="http://schemas.openxmlformats.org/drawingml/2006/main" rot="0" flipH="1" flipV="1">
            <a:off x="16401083" y="-184286"/>
            <a:ext cx="2017079" cy="2390934"/>
          </a:xfrm>
          <a:custGeom xmlns:a="http://schemas.openxmlformats.org/drawingml/2006/main">
            <a:rect l="l" t="t" r="r" b="b"/>
            <a:pathLst>
              <a:path w="2017079" h="2390934">
                <a:moveTo>
                  <a:pt x="2017078" y="2390934"/>
                </a:moveTo>
                <a:lnTo>
                  <a:pt x="0" y="2390934"/>
                </a:lnTo>
                <a:lnTo>
                  <a:pt x="0" y="0"/>
                </a:lnTo>
                <a:lnTo>
                  <a:pt x="2017078" y="0"/>
                </a:lnTo>
                <a:lnTo>
                  <a:pt x="2017078" y="2390934"/>
                </a:lnTo>
                <a:close/>
              </a:path>
            </a:pathLst>
          </a:custGeom>
          <a:blipFill xmlns:a="http://schemas.openxmlformats.org/drawingml/2006/main">
            <a:blip xmlns:r="http://schemas.openxmlformats.org/officeDocument/2006/relationships" r:embed="R75e20149e1974852">
              <a:extLst>
                <a:ext uri="{96DAC541-7B7A-43D3-8B79-37D633B846F1}">
                  <asvg:svgBlip xmlns:asvg="http://schemas.microsoft.com/office/drawing/2016/SVG/main" r:embed="R677c3e15cc9b4c4c"/>
                </a:ext>
              </a:extLst>
            </a:blip>
            <a:stretch>
              <a:fillRect l="0" t="0" r="0" b="0"/>
            </a:stretch>
          </a:blipFill>
        </p:spPr>
      </p:sp>
    </p:spTree>
    <p:extLst>
      <p:ext uri="{BB962C8B-B14F-4D97-AF65-F5344CB8AC3E}">
        <p14:creationId xmlns:p14="http://schemas.microsoft.com/office/powerpoint/2010/main" val="53618505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Box 2">
            <a:extLst xmlns:a="http://schemas.openxmlformats.org/drawingml/2006/main">
              <a:ext uri="{FF2B5EF4-FFF2-40B4-BE49-F238E27FC236}">
                <a16:creationId xmlns:a16="http://schemas.microsoft.com/office/drawing/2014/main" id="{A67B595B-513F-454F-BC0E-4918500164DA}"/>
              </a:ext>
            </a:extLst>
          </p:cNvPr>
          <p:cNvSpPr>
            <a:spLocks xmlns:a="http://schemas.openxmlformats.org/drawingml/2006/main" noGrp="1"/>
          </p:cNvSpPr>
          <p:nvPr/>
        </p:nvSpPr>
        <p:spPr>
          <a:xfrm xmlns:a="http://schemas.openxmlformats.org/drawingml/2006/main" rot="0">
            <a:off x="4828459" y="847725"/>
            <a:ext cx="8631082" cy="3200146"/>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3675" b="1">
                <a:solidFill>
                  <a:srgbClr val="315C7D"/>
                </a:solidFill>
                <a:latin typeface="Noto Sans"/>
                <a:ea typeface="Noto Sans"/>
                <a:cs typeface="Noto Sans"/>
              </a:defRPr>
            </a:pPr>
            <a:r>
              <a:rPr sz="3675" b="1">
                <a:solidFill>
                  <a:srgbClr val="315C7D"/>
                </a:solidFill>
                <a:latin typeface="Noto Sans"/>
                <a:ea typeface="Noto Sans"/>
                <a:cs typeface="Noto Sans"/>
              </a:rPr>
              <a:t>ХЭРЭГЖҮҮЛСЭН ДАРААЛАЛ</a:t>
            </a:r>
          </a:p>
        </p:txBody>
      </p:sp>
      <p:sp>
        <p:nvSpPr>
          <p:cNvPr id="3" name="TextBox 3">
            <a:extLst xmlns:a="http://schemas.openxmlformats.org/drawingml/2006/main">
              <a:ext uri="{FF2B5EF4-FFF2-40B4-BE49-F238E27FC236}">
                <a16:creationId xmlns:a16="http://schemas.microsoft.com/office/drawing/2014/main" id="{E2EF32B2-0E91-4E9E-88A9-2C58C9AA2C15}"/>
              </a:ext>
            </a:extLst>
          </p:cNvPr>
          <p:cNvSpPr>
            <a:spLocks xmlns:a="http://schemas.openxmlformats.org/drawingml/2006/main" noGrp="1"/>
          </p:cNvSpPr>
          <p:nvPr/>
        </p:nvSpPr>
        <p:spPr>
          <a:xfrm xmlns:a="http://schemas.openxmlformats.org/drawingml/2006/main" rot="0">
            <a:off x="3841470" y="2941578"/>
            <a:ext cx="12388287" cy="1706118"/>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5000"/>
              </a:lnSpc>
              <a:buNone/>
              <a:defRPr sz="1875" b="0">
                <a:solidFill>
                  <a:srgbClr val="547B98"/>
                </a:solidFill>
                <a:latin typeface="Noto Sans"/>
                <a:ea typeface="Noto Sans"/>
                <a:cs typeface="Noto Sans"/>
              </a:defRPr>
            </a:pPr>
            <a:r>
              <a:rPr sz="1875" b="0">
                <a:solidFill>
                  <a:srgbClr val="547B98"/>
                </a:solidFill>
                <a:latin typeface="Noto Sans"/>
                <a:ea typeface="Noto Sans"/>
                <a:cs typeface="Noto Sans"/>
              </a:rPr>
              <a:t>ШААРДЛАГА БА ЗОХИОМЖ</a:t>
            </a:r>
          </a:p>
          <a:p xmlns:a="http://schemas.openxmlformats.org/drawingml/2006/main">
            <a:pPr algn="l">
              <a:lnSpc>
                <a:spcPct val="105000"/>
              </a:lnSpc>
              <a:buNone/>
              <a:defRPr sz="1875" b="0">
                <a:solidFill>
                  <a:srgbClr val="547B98"/>
                </a:solidFill>
                <a:latin typeface="Noto Sans"/>
                <a:ea typeface="Noto Sans"/>
                <a:cs typeface="Noto Sans"/>
              </a:defRPr>
            </a:pPr>
            <a:r>
              <a:rPr sz="1875" b="0">
                <a:solidFill>
                  <a:srgbClr val="547B98"/>
                </a:solidFill>
                <a:latin typeface="Noto Sans"/>
                <a:ea typeface="Noto Sans"/>
                <a:cs typeface="Noto Sans"/>
              </a:rPr>
              <a:t>Асуудлыг тодорхойлж, web–API–өгөгдлийн сангийн архитектур болон хэрэглэгчийн тусгаарлалтыг төлөвлөсөн.</a:t>
            </a:r>
          </a:p>
        </p:txBody>
      </p:sp>
      <p:sp>
        <p:nvSpPr>
          <p:cNvPr id="4" name="TextBox 4">
            <a:extLst xmlns:a="http://schemas.openxmlformats.org/drawingml/2006/main">
              <a:ext uri="{FF2B5EF4-FFF2-40B4-BE49-F238E27FC236}">
                <a16:creationId xmlns:a16="http://schemas.microsoft.com/office/drawing/2014/main" id="{D7A86294-8C45-4F97-BADB-95FF00B15D83}"/>
              </a:ext>
            </a:extLst>
          </p:cNvPr>
          <p:cNvSpPr>
            <a:spLocks xmlns:a="http://schemas.openxmlformats.org/drawingml/2006/main" noGrp="1"/>
          </p:cNvSpPr>
          <p:nvPr/>
        </p:nvSpPr>
        <p:spPr>
          <a:xfrm xmlns:a="http://schemas.openxmlformats.org/drawingml/2006/main" rot="0">
            <a:off x="3841470" y="4814393"/>
            <a:ext cx="12388287" cy="1706118"/>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5000"/>
              </a:lnSpc>
              <a:buNone/>
              <a:defRPr sz="1875" b="0">
                <a:solidFill>
                  <a:srgbClr val="547B98"/>
                </a:solidFill>
                <a:latin typeface="Noto Sans"/>
                <a:ea typeface="Noto Sans"/>
                <a:cs typeface="Noto Sans"/>
              </a:defRPr>
            </a:pPr>
            <a:r>
              <a:rPr sz="1875" b="0">
                <a:solidFill>
                  <a:srgbClr val="547B98"/>
                </a:solidFill>
                <a:latin typeface="Noto Sans"/>
                <a:ea typeface="Noto Sans"/>
                <a:cs typeface="Noto Sans"/>
              </a:rPr>
              <a:t>ТЕХНОЛОГИЙН СОНГОЛТ</a:t>
            </a:r>
          </a:p>
          <a:p xmlns:a="http://schemas.openxmlformats.org/drawingml/2006/main">
            <a:pPr algn="l">
              <a:lnSpc>
                <a:spcPct val="105000"/>
              </a:lnSpc>
              <a:buNone/>
              <a:defRPr sz="1875" b="0">
                <a:solidFill>
                  <a:srgbClr val="547B98"/>
                </a:solidFill>
                <a:latin typeface="Noto Sans"/>
                <a:ea typeface="Noto Sans"/>
                <a:cs typeface="Noto Sans"/>
              </a:defRPr>
            </a:pPr>
            <a:r>
              <a:rPr sz="1875" b="0">
                <a:solidFill>
                  <a:srgbClr val="547B98"/>
                </a:solidFill>
                <a:latin typeface="Noto Sans"/>
                <a:ea typeface="Noto Sans"/>
                <a:cs typeface="Noto Sans"/>
              </a:rPr>
              <a:t>React/Vite, Fastify, PostgreSQL + pgvector, Gemini, Expo-г MVP-ийн шаардлага болон зардалд тулгуурлан сонгосон.</a:t>
            </a:r>
          </a:p>
        </p:txBody>
      </p:sp>
      <p:sp>
        <p:nvSpPr>
          <p:cNvPr id="5" name="TextBox 5">
            <a:extLst xmlns:a="http://schemas.openxmlformats.org/drawingml/2006/main">
              <a:ext uri="{FF2B5EF4-FFF2-40B4-BE49-F238E27FC236}">
                <a16:creationId xmlns:a16="http://schemas.microsoft.com/office/drawing/2014/main" id="{76FB64A9-0BD7-4503-8419-79CD506A6A5D}"/>
              </a:ext>
            </a:extLst>
          </p:cNvPr>
          <p:cNvSpPr>
            <a:spLocks xmlns:a="http://schemas.openxmlformats.org/drawingml/2006/main" noGrp="1"/>
          </p:cNvSpPr>
          <p:nvPr/>
        </p:nvSpPr>
        <p:spPr>
          <a:xfrm xmlns:a="http://schemas.openxmlformats.org/drawingml/2006/main" rot="0">
            <a:off x="3841470" y="6687208"/>
            <a:ext cx="12388287" cy="1706118"/>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5000"/>
              </a:lnSpc>
              <a:buNone/>
              <a:defRPr sz="1875" b="0">
                <a:solidFill>
                  <a:srgbClr val="547B98"/>
                </a:solidFill>
                <a:latin typeface="Noto Sans"/>
                <a:ea typeface="Noto Sans"/>
                <a:cs typeface="Noto Sans"/>
              </a:defRPr>
            </a:pPr>
            <a:r>
              <a:rPr sz="1875" b="0">
                <a:solidFill>
                  <a:srgbClr val="547B98"/>
                </a:solidFill>
                <a:latin typeface="Noto Sans"/>
                <a:ea typeface="Noto Sans"/>
                <a:cs typeface="Noto Sans"/>
              </a:rPr>
              <a:t>ХЭРЭГЖҮҮЛЭЛТ БА ТУРШИЛТ</a:t>
            </a:r>
          </a:p>
          <a:p xmlns:a="http://schemas.openxmlformats.org/drawingml/2006/main">
            <a:pPr algn="l">
              <a:lnSpc>
                <a:spcPct val="105000"/>
              </a:lnSpc>
              <a:buNone/>
              <a:defRPr sz="1875" b="0">
                <a:solidFill>
                  <a:srgbClr val="547B98"/>
                </a:solidFill>
                <a:latin typeface="Noto Sans"/>
                <a:ea typeface="Noto Sans"/>
                <a:cs typeface="Noto Sans"/>
              </a:defRPr>
            </a:pPr>
            <a:r>
              <a:rPr sz="1875" b="0">
                <a:solidFill>
                  <a:srgbClr val="547B98"/>
                </a:solidFill>
                <a:latin typeface="Noto Sans"/>
                <a:ea typeface="Noto Sans"/>
                <a:cs typeface="Noto Sans"/>
              </a:rPr>
              <a:t>Индексжүүлэлт, хайлт, хариулт, нэвтрэлт, web/mobile клиент болон байршуулалтыг үе шаттай хийж шалгасан.</a:t>
            </a:r>
          </a:p>
        </p:txBody>
      </p:sp>
      <p:sp>
        <p:nvSpPr>
          <p:cNvPr id="6" name="TextBox 6">
            <a:extLst xmlns:a="http://schemas.openxmlformats.org/drawingml/2006/main">
              <a:ext uri="{FF2B5EF4-FFF2-40B4-BE49-F238E27FC236}">
                <a16:creationId xmlns:a16="http://schemas.microsoft.com/office/drawing/2014/main" id="{C14BC11C-F684-44E9-A161-1A5D7BD2EED1}"/>
              </a:ext>
            </a:extLst>
          </p:cNvPr>
          <p:cNvSpPr>
            <a:spLocks xmlns:a="http://schemas.openxmlformats.org/drawingml/2006/main" noGrp="1"/>
          </p:cNvSpPr>
          <p:nvPr/>
        </p:nvSpPr>
        <p:spPr>
          <a:xfrm xmlns:a="http://schemas.openxmlformats.org/drawingml/2006/main" rot="0">
            <a:off x="2058243" y="3233174"/>
            <a:ext cx="1560142" cy="1102741"/>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250" b="1">
                <a:solidFill>
                  <a:srgbClr val="315C7D"/>
                </a:solidFill>
                <a:latin typeface="Noto Sans"/>
                <a:ea typeface="Noto Sans"/>
                <a:cs typeface="Noto Sans"/>
              </a:defRPr>
            </a:pPr>
            <a:r>
              <a:rPr sz="2250" b="1">
                <a:solidFill>
                  <a:srgbClr val="315C7D"/>
                </a:solidFill>
                <a:latin typeface="Noto Sans"/>
                <a:ea typeface="Noto Sans"/>
                <a:cs typeface="Noto Sans"/>
              </a:rPr>
              <a:t>01</a:t>
            </a:r>
          </a:p>
        </p:txBody>
      </p:sp>
      <p:sp>
        <p:nvSpPr>
          <p:cNvPr id="7" name="TextBox 7">
            <a:extLst xmlns:a="http://schemas.openxmlformats.org/drawingml/2006/main">
              <a:ext uri="{FF2B5EF4-FFF2-40B4-BE49-F238E27FC236}">
                <a16:creationId xmlns:a16="http://schemas.microsoft.com/office/drawing/2014/main" id="{AA7E173C-371D-4D4B-847C-33CF866F5B5D}"/>
              </a:ext>
            </a:extLst>
          </p:cNvPr>
          <p:cNvSpPr>
            <a:spLocks xmlns:a="http://schemas.openxmlformats.org/drawingml/2006/main" noGrp="1"/>
          </p:cNvSpPr>
          <p:nvPr/>
        </p:nvSpPr>
        <p:spPr>
          <a:xfrm xmlns:a="http://schemas.openxmlformats.org/drawingml/2006/main" rot="0">
            <a:off x="2058243" y="4940519"/>
            <a:ext cx="1560142" cy="1102741"/>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250" b="1">
                <a:solidFill>
                  <a:srgbClr val="315C7D"/>
                </a:solidFill>
                <a:latin typeface="Noto Sans"/>
                <a:ea typeface="Noto Sans"/>
                <a:cs typeface="Noto Sans"/>
              </a:defRPr>
            </a:pPr>
            <a:r>
              <a:rPr sz="2250" b="1">
                <a:solidFill>
                  <a:srgbClr val="315C7D"/>
                </a:solidFill>
                <a:latin typeface="Noto Sans"/>
                <a:ea typeface="Noto Sans"/>
                <a:cs typeface="Noto Sans"/>
              </a:rPr>
              <a:t>02</a:t>
            </a:r>
          </a:p>
        </p:txBody>
      </p:sp>
      <p:sp>
        <p:nvSpPr>
          <p:cNvPr id="8" name="TextBox 8">
            <a:extLst xmlns:a="http://schemas.openxmlformats.org/drawingml/2006/main">
              <a:ext uri="{FF2B5EF4-FFF2-40B4-BE49-F238E27FC236}">
                <a16:creationId xmlns:a16="http://schemas.microsoft.com/office/drawing/2014/main" id="{B5B670FA-7480-4AE0-8A39-32716C92BC1A}"/>
              </a:ext>
            </a:extLst>
          </p:cNvPr>
          <p:cNvSpPr>
            <a:spLocks xmlns:a="http://schemas.openxmlformats.org/drawingml/2006/main" noGrp="1"/>
          </p:cNvSpPr>
          <p:nvPr/>
        </p:nvSpPr>
        <p:spPr>
          <a:xfrm xmlns:a="http://schemas.openxmlformats.org/drawingml/2006/main" rot="0">
            <a:off x="2058243" y="6647864"/>
            <a:ext cx="1560142" cy="1102741"/>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250" b="1">
                <a:solidFill>
                  <a:srgbClr val="315C7D"/>
                </a:solidFill>
                <a:latin typeface="Noto Sans"/>
                <a:ea typeface="Noto Sans"/>
                <a:cs typeface="Noto Sans"/>
              </a:defRPr>
            </a:pPr>
            <a:r>
              <a:rPr sz="2250" b="1">
                <a:solidFill>
                  <a:srgbClr val="315C7D"/>
                </a:solidFill>
                <a:latin typeface="Noto Sans"/>
                <a:ea typeface="Noto Sans"/>
                <a:cs typeface="Noto Sans"/>
              </a:rPr>
              <a:t>03</a:t>
            </a:r>
          </a:p>
        </p:txBody>
      </p:sp>
      <p:sp>
        <p:nvSpPr>
          <p:cNvPr id="9" name="AutoShape 9">
            <a:extLst xmlns:a="http://schemas.openxmlformats.org/drawingml/2006/main">
              <a:ext uri="{FF2B5EF4-FFF2-40B4-BE49-F238E27FC236}">
                <a16:creationId xmlns:a16="http://schemas.microsoft.com/office/drawing/2014/main" id="{C1288F58-C926-4623-9941-3DDAED39DA92}"/>
              </a:ext>
            </a:extLst>
          </p:cNvPr>
          <p:cNvSpPr>
            <a:spLocks xmlns:a="http://schemas.openxmlformats.org/drawingml/2006/main" noGrp="1"/>
          </p:cNvSpPr>
          <p:nvPr/>
        </p:nvSpPr>
        <p:spPr>
          <a:xfrm xmlns:a="http://schemas.openxmlformats.org/drawingml/2006/main" flipV="1">
            <a:off x="4856815" y="9014424"/>
            <a:ext cx="11217005" cy="9525"/>
          </a:xfrm>
          <a:prstGeom xmlns:a="http://schemas.openxmlformats.org/drawingml/2006/main" prst="line">
            <a:avLst/>
          </a:prstGeom>
          <a:ln xmlns:a="http://schemas.openxmlformats.org/drawingml/2006/main" w="19050">
            <a:solidFill>
              <a:srgbClr val="3A5F7D"/>
            </a:solidFill>
            <a:prstDash val="solid"/>
            <a:headEnd type="none" w="sm" len="sm"/>
            <a:tailEnd type="none" w="sm" len="sm"/>
          </a:ln>
        </p:spPr>
      </p:sp>
      <p:sp>
        <p:nvSpPr>
          <p:cNvPr id="10" name="TextBox 10">
            <a:extLst xmlns:a="http://schemas.openxmlformats.org/drawingml/2006/main">
              <a:ext uri="{FF2B5EF4-FFF2-40B4-BE49-F238E27FC236}">
                <a16:creationId xmlns:a16="http://schemas.microsoft.com/office/drawing/2014/main" id="{92728AC9-D369-4CB5-9612-4291C6D5D193}"/>
              </a:ext>
            </a:extLst>
          </p:cNvPr>
          <p:cNvSpPr>
            <a:spLocks xmlns:a="http://schemas.openxmlformats.org/drawingml/2006/main" noGrp="1"/>
          </p:cNvSpPr>
          <p:nvPr/>
        </p:nvSpPr>
        <p:spPr>
          <a:xfrm xmlns:a="http://schemas.openxmlformats.org/drawingml/2006/main" rot="0">
            <a:off x="1338263" y="8769956"/>
            <a:ext cx="3470928" cy="13335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1050" b="0">
                <a:solidFill>
                  <a:srgbClr val="6F91AA"/>
                </a:solidFill>
                <a:latin typeface="Noto Sans"/>
                <a:ea typeface="Noto Sans"/>
                <a:cs typeface="Noto Sans"/>
              </a:defRPr>
            </a:pPr>
            <a:r>
              <a:rPr sz="1050" b="0" i="1">
                <a:solidFill>
                  <a:srgbClr val="6F91AA"/>
                </a:solidFill>
                <a:latin typeface="Noto Sans"/>
                <a:ea typeface="Noto Sans"/>
                <a:cs typeface="Noto Sans"/>
              </a:rPr>
              <a:t>CALLPRO LABS  •  ҮЙЛДВЭРЛЭЛИЙН ДАДЛАГА</a:t>
            </a:r>
          </a:p>
        </p:txBody>
      </p:sp>
      <p:sp>
        <p:nvSpPr>
          <p:cNvPr id="11" name="TextBox 11">
            <a:extLst xmlns:a="http://schemas.openxmlformats.org/drawingml/2006/main">
              <a:ext uri="{FF2B5EF4-FFF2-40B4-BE49-F238E27FC236}">
                <a16:creationId xmlns:a16="http://schemas.microsoft.com/office/drawing/2014/main" id="{1E51D7F3-E39F-4943-A3AA-9512A4FC162F}"/>
              </a:ext>
            </a:extLst>
          </p:cNvPr>
          <p:cNvSpPr>
            <a:spLocks xmlns:a="http://schemas.openxmlformats.org/drawingml/2006/main" noGrp="1"/>
          </p:cNvSpPr>
          <p:nvPr/>
        </p:nvSpPr>
        <p:spPr>
          <a:xfrm xmlns:a="http://schemas.openxmlformats.org/drawingml/2006/main" rot="0">
            <a:off x="16225283" y="8668356"/>
            <a:ext cx="724455" cy="55118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200" b="1">
                <a:solidFill>
                  <a:srgbClr val="315C7D"/>
                </a:solidFill>
                <a:latin typeface="Noto Sans"/>
                <a:ea typeface="Noto Sans"/>
                <a:cs typeface="Noto Sans"/>
              </a:defRPr>
            </a:pPr>
            <a:r>
              <a:rPr sz="1200" b="1">
                <a:solidFill>
                  <a:srgbClr val="315C7D"/>
                </a:solidFill>
                <a:latin typeface="Noto Sans"/>
                <a:ea typeface="Noto Sans"/>
                <a:cs typeface="Noto Sans"/>
              </a:rPr>
              <a:t>04</a:t>
            </a:r>
          </a:p>
        </p:txBody>
      </p:sp>
      <p:sp>
        <p:nvSpPr>
          <p:cNvPr id="12" name="Freeform 12">
            <a:extLst xmlns:a="http://schemas.openxmlformats.org/drawingml/2006/main">
              <a:ext uri="{FF2B5EF4-FFF2-40B4-BE49-F238E27FC236}">
                <a16:creationId xmlns:a16="http://schemas.microsoft.com/office/drawing/2014/main" id="{B3F10ECF-B424-4568-879C-17A4A7AD0EDF}"/>
              </a:ext>
            </a:extLst>
          </p:cNvPr>
          <p:cNvSpPr>
            <a:spLocks xmlns:a="http://schemas.openxmlformats.org/drawingml/2006/main" noGrp="1"/>
          </p:cNvSpPr>
          <p:nvPr/>
        </p:nvSpPr>
        <p:spPr>
          <a:xfrm xmlns:a="http://schemas.openxmlformats.org/drawingml/2006/main" rot="0" flipH="0" flipV="0">
            <a:off x="-824724" y="5058482"/>
            <a:ext cx="2378604" cy="2422652"/>
          </a:xfrm>
          <a:custGeom xmlns:a="http://schemas.openxmlformats.org/drawingml/2006/main">
            <a:rect l="l" t="t" r="r" b="b"/>
            <a:pathLst>
              <a:path w="2378604" h="2422652">
                <a:moveTo>
                  <a:pt x="0" y="0"/>
                </a:moveTo>
                <a:lnTo>
                  <a:pt x="2378604" y="0"/>
                </a:lnTo>
                <a:lnTo>
                  <a:pt x="2378604" y="2422652"/>
                </a:lnTo>
                <a:lnTo>
                  <a:pt x="0" y="2422652"/>
                </a:lnTo>
                <a:lnTo>
                  <a:pt x="0" y="0"/>
                </a:lnTo>
                <a:close/>
              </a:path>
            </a:pathLst>
          </a:custGeom>
          <a:blipFill xmlns:a="http://schemas.openxmlformats.org/drawingml/2006/main">
            <a:blip xmlns:r="http://schemas.openxmlformats.org/officeDocument/2006/relationships" r:embed="Rbc4baa1c655248a8">
              <a:extLst>
                <a:ext uri="{96DAC541-7B7A-43D3-8B79-37D633B846F1}">
                  <asvg:svgBlip xmlns:asvg="http://schemas.microsoft.com/office/drawing/2016/SVG/main" r:embed="R4d0dac7bd03843b7"/>
                </a:ext>
              </a:extLst>
            </a:blip>
            <a:stretch>
              <a:fillRect l="0" t="0" r="0" b="0"/>
            </a:stretch>
          </a:blipFill>
        </p:spPr>
      </p:sp>
      <p:sp>
        <p:nvSpPr>
          <p:cNvPr id="13" name="Freeform 13">
            <a:extLst xmlns:a="http://schemas.openxmlformats.org/drawingml/2006/main">
              <a:ext uri="{FF2B5EF4-FFF2-40B4-BE49-F238E27FC236}">
                <a16:creationId xmlns:a16="http://schemas.microsoft.com/office/drawing/2014/main" id="{B2ED5459-BB87-434E-A05E-DFF45FB1DD9B}"/>
              </a:ext>
            </a:extLst>
          </p:cNvPr>
          <p:cNvSpPr>
            <a:spLocks xmlns:a="http://schemas.openxmlformats.org/drawingml/2006/main" noGrp="1"/>
          </p:cNvSpPr>
          <p:nvPr/>
        </p:nvSpPr>
        <p:spPr>
          <a:xfrm xmlns:a="http://schemas.openxmlformats.org/drawingml/2006/main" rot="0" flipH="1" flipV="1">
            <a:off x="14332263" y="-1088660"/>
            <a:ext cx="5633392" cy="3404352"/>
          </a:xfrm>
          <a:custGeom xmlns:a="http://schemas.openxmlformats.org/drawingml/2006/main">
            <a:rect l="l" t="t" r="r" b="b"/>
            <a:pathLst>
              <a:path w="5633392" h="3404352">
                <a:moveTo>
                  <a:pt x="5633392" y="3404352"/>
                </a:moveTo>
                <a:lnTo>
                  <a:pt x="0" y="3404352"/>
                </a:lnTo>
                <a:lnTo>
                  <a:pt x="0" y="0"/>
                </a:lnTo>
                <a:lnTo>
                  <a:pt x="5633392" y="0"/>
                </a:lnTo>
                <a:lnTo>
                  <a:pt x="5633392" y="3404352"/>
                </a:lnTo>
                <a:close/>
              </a:path>
            </a:pathLst>
          </a:custGeom>
          <a:blipFill xmlns:a="http://schemas.openxmlformats.org/drawingml/2006/main">
            <a:blip xmlns:r="http://schemas.openxmlformats.org/officeDocument/2006/relationships" r:embed="R1ab36fb41ba64fa7">
              <a:extLst>
                <a:ext uri="{96DAC541-7B7A-43D3-8B79-37D633B846F1}">
                  <asvg:svgBlip xmlns:asvg="http://schemas.microsoft.com/office/drawing/2016/SVG/main" r:embed="R49e73e2a5f86499d"/>
                </a:ext>
              </a:extLst>
            </a:blip>
            <a:stretch>
              <a:fillRect l="0" t="0" r="0" b="0"/>
            </a:stretch>
          </a:blipFill>
        </p:spPr>
      </p:sp>
      <p:sp>
        <p:nvSpPr>
          <p:cNvPr id="14" name="Freeform 14">
            <a:extLst xmlns:a="http://schemas.openxmlformats.org/drawingml/2006/main">
              <a:ext uri="{FF2B5EF4-FFF2-40B4-BE49-F238E27FC236}">
                <a16:creationId xmlns:a16="http://schemas.microsoft.com/office/drawing/2014/main" id="{CF927FF5-5A86-4E50-AF6E-9A0C8945048D}"/>
              </a:ext>
            </a:extLst>
          </p:cNvPr>
          <p:cNvSpPr>
            <a:spLocks xmlns:a="http://schemas.openxmlformats.org/drawingml/2006/main" noGrp="1"/>
          </p:cNvSpPr>
          <p:nvPr/>
        </p:nvSpPr>
        <p:spPr>
          <a:xfrm xmlns:a="http://schemas.openxmlformats.org/drawingml/2006/main" rot="0" flipH="1" flipV="1">
            <a:off x="16734120" y="1104366"/>
            <a:ext cx="2378604" cy="2422652"/>
          </a:xfrm>
          <a:custGeom xmlns:a="http://schemas.openxmlformats.org/drawingml/2006/main">
            <a:rect l="l" t="t" r="r" b="b"/>
            <a:pathLst>
              <a:path w="2378604" h="2422652">
                <a:moveTo>
                  <a:pt x="2378604" y="2422652"/>
                </a:moveTo>
                <a:lnTo>
                  <a:pt x="0" y="2422652"/>
                </a:lnTo>
                <a:lnTo>
                  <a:pt x="0" y="0"/>
                </a:lnTo>
                <a:lnTo>
                  <a:pt x="2378604" y="0"/>
                </a:lnTo>
                <a:lnTo>
                  <a:pt x="2378604" y="2422652"/>
                </a:lnTo>
                <a:close/>
              </a:path>
            </a:pathLst>
          </a:custGeom>
          <a:blipFill xmlns:a="http://schemas.openxmlformats.org/drawingml/2006/main">
            <a:blip xmlns:r="http://schemas.openxmlformats.org/officeDocument/2006/relationships" r:embed="Rbc4baa1c655248a8">
              <a:extLst>
                <a:ext uri="{96DAC541-7B7A-43D3-8B79-37D633B846F1}">
                  <asvg:svgBlip xmlns:asvg="http://schemas.microsoft.com/office/drawing/2016/SVG/main" r:embed="R4d0dac7bd03843b7"/>
                </a:ext>
              </a:extLst>
            </a:blip>
            <a:stretch>
              <a:fillRect l="0" t="0" r="0" b="0"/>
            </a:stretch>
          </a:blipFill>
        </p:spPr>
      </p:sp>
    </p:spTree>
    <p:extLst>
      <p:ext uri="{BB962C8B-B14F-4D97-AF65-F5344CB8AC3E}">
        <p14:creationId xmlns:p14="http://schemas.microsoft.com/office/powerpoint/2010/main" val="967798930"/>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Box 2">
            <a:extLst xmlns:a="http://schemas.openxmlformats.org/drawingml/2006/main">
              <a:ext uri="{FF2B5EF4-FFF2-40B4-BE49-F238E27FC236}">
                <a16:creationId xmlns:a16="http://schemas.microsoft.com/office/drawing/2014/main" id="{CE3F2389-D011-425D-851E-9EC538676BB8}"/>
              </a:ext>
            </a:extLst>
          </p:cNvPr>
          <p:cNvSpPr>
            <a:spLocks xmlns:a="http://schemas.openxmlformats.org/drawingml/2006/main" noGrp="1"/>
          </p:cNvSpPr>
          <p:nvPr/>
        </p:nvSpPr>
        <p:spPr>
          <a:xfrm xmlns:a="http://schemas.openxmlformats.org/drawingml/2006/main" rot="0">
            <a:off x="4762500" y="857250"/>
            <a:ext cx="12192000" cy="952500"/>
          </a:xfrm>
          <a:prstGeom xmlns:a="http://schemas.openxmlformats.org/drawingml/2006/main" prst="rect">
            <a:avLst/>
          </a:prstGeom>
        </p:spPr>
        <p:txBody>
          <a:bodyPr xmlns:a="http://schemas.openxmlformats.org/drawingml/2006/main" lIns="0" tIns="0" rIns="0" bIns="0" anchor="ctr">
            <a:normAutofit fontScale="10000"/>
          </a:bodyPr>
          <a:lstStyle xmlns:a="http://schemas.openxmlformats.org/drawingml/2006/main"/>
          <a:p xmlns:a="http://schemas.openxmlformats.org/drawingml/2006/main">
            <a:pPr algn="l">
              <a:lnSpc>
                <a:spcPct val="95000"/>
              </a:lnSpc>
              <a:buNone/>
              <a:defRPr sz="3000" b="1">
                <a:solidFill>
                  <a:srgbClr val="315C7D"/>
                </a:solidFill>
                <a:latin typeface="Noto Sans"/>
                <a:ea typeface="Noto Sans"/>
                <a:cs typeface="Noto Sans"/>
              </a:defRPr>
            </a:pPr>
            <a:r>
              <a:rPr sz="3000" b="1">
                <a:solidFill>
                  <a:srgbClr val="315C7D"/>
                </a:solidFill>
                <a:latin typeface="Noto Sans"/>
                <a:ea typeface="Noto Sans"/>
                <a:cs typeface="Noto Sans"/>
              </a:rPr>
              <a:t>АРХИТЕКТУР БА ТЕХНОЛОГИЙН СОНГОЛТ</a:t>
            </a:r>
          </a:p>
        </p:txBody>
      </p:sp>
      <p:sp>
        <p:nvSpPr>
          <p:cNvPr id="3" name="TextBox 3">
            <a:extLst xmlns:a="http://schemas.openxmlformats.org/drawingml/2006/main">
              <a:ext uri="{FF2B5EF4-FFF2-40B4-BE49-F238E27FC236}">
                <a16:creationId xmlns:a16="http://schemas.microsoft.com/office/drawing/2014/main" id="{B8E30D6C-AE80-42E6-9882-2C42FF7BC039}"/>
              </a:ext>
            </a:extLst>
          </p:cNvPr>
          <p:cNvSpPr>
            <a:spLocks xmlns:a="http://schemas.openxmlformats.org/drawingml/2006/main" noGrp="1"/>
          </p:cNvSpPr>
          <p:nvPr/>
        </p:nvSpPr>
        <p:spPr>
          <a:xfrm xmlns:a="http://schemas.openxmlformats.org/drawingml/2006/main" rot="0">
            <a:off x="762000" y="2619375"/>
            <a:ext cx="6762750" cy="53340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1875" b="0">
                <a:solidFill>
                  <a:srgbClr val="547B98"/>
                </a:solidFill>
                <a:latin typeface="Noto Sans"/>
                <a:ea typeface="Noto Sans"/>
                <a:cs typeface="Noto Sans"/>
              </a:defRPr>
            </a:pPr>
            <a:r>
              <a:rPr sz="1875" b="0">
                <a:solidFill>
                  <a:srgbClr val="547B98"/>
                </a:solidFill>
                <a:latin typeface="Noto Sans"/>
                <a:ea typeface="Noto Sans"/>
                <a:cs typeface="Noto Sans"/>
              </a:rPr>
              <a:t>ЯАГААД ЭНЭ АРХИТЕКТУР ВЭ?</a:t>
            </a:r>
          </a:p>
          <a:p xmlns:a="http://schemas.openxmlformats.org/drawingml/2006/main">
            <a:pPr algn="just">
              <a:lnSpc>
                <a:spcPts val="4478"/>
              </a:lnSpc>
              <a:buNone/>
            </a:pPr>
            <a:r>
              <a:rPr sz="3199">
                <a:solidFill>
                  <a:srgbClr val="3A5F7D"/>
                </a:solidFill>
                <a:latin typeface="Work Sans"/>
                <a:ea typeface="Work Sans"/>
                <a:cs typeface="Work Sans"/>
              </a:rPr>
              <a:t/>
            </a:r>
          </a:p>
          <a:p xmlns:a="http://schemas.openxmlformats.org/drawingml/2006/main">
            <a:pPr algn="l">
              <a:lnSpc>
                <a:spcPct val="108000"/>
              </a:lnSpc>
              <a:buNone/>
              <a:defRPr sz="1875" b="0">
                <a:solidFill>
                  <a:srgbClr val="547B98"/>
                </a:solidFill>
                <a:latin typeface="Noto Sans"/>
                <a:ea typeface="Noto Sans"/>
                <a:cs typeface="Noto Sans"/>
              </a:defRPr>
            </a:pPr>
            <a:r>
              <a:rPr sz="1875" b="0">
                <a:solidFill>
                  <a:srgbClr val="547B98"/>
                </a:solidFill>
                <a:latin typeface="Noto Sans"/>
                <a:ea typeface="Noto Sans"/>
                <a:cs typeface="Noto Sans"/>
              </a:rPr>
              <a:t>• Web болон mobile нэг Fastify API ашиглана</a:t>
            </a:r>
          </a:p>
          <a:p xmlns:a="http://schemas.openxmlformats.org/drawingml/2006/main">
            <a:pPr algn="l">
              <a:lnSpc>
                <a:spcPct val="108000"/>
              </a:lnSpc>
              <a:buNone/>
              <a:defRPr sz="1875" b="0">
                <a:solidFill>
                  <a:srgbClr val="547B98"/>
                </a:solidFill>
                <a:latin typeface="Noto Sans"/>
                <a:ea typeface="Noto Sans"/>
                <a:cs typeface="Noto Sans"/>
              </a:defRPr>
            </a:pPr>
            <a:r>
              <a:rPr sz="1875" b="0">
                <a:solidFill>
                  <a:srgbClr val="547B98"/>
                </a:solidFill>
                <a:latin typeface="Noto Sans"/>
                <a:ea typeface="Noto Sans"/>
                <a:cs typeface="Noto Sans"/>
              </a:rPr>
              <a:t>• PostgreSQL өгөгдөл ба 768 хэмжээст векторыг хамт хадгална</a:t>
            </a:r>
          </a:p>
          <a:p xmlns:a="http://schemas.openxmlformats.org/drawingml/2006/main">
            <a:pPr algn="l">
              <a:lnSpc>
                <a:spcPct val="108000"/>
              </a:lnSpc>
              <a:buNone/>
              <a:defRPr sz="1875" b="0">
                <a:solidFill>
                  <a:srgbClr val="547B98"/>
                </a:solidFill>
                <a:latin typeface="Noto Sans"/>
                <a:ea typeface="Noto Sans"/>
                <a:cs typeface="Noto Sans"/>
              </a:defRPr>
            </a:pPr>
            <a:r>
              <a:rPr sz="1875" b="0">
                <a:solidFill>
                  <a:srgbClr val="547B98"/>
                </a:solidFill>
                <a:latin typeface="Noto Sans"/>
                <a:ea typeface="Noto Sans"/>
                <a:cs typeface="Noto Sans"/>
              </a:rPr>
              <a:t>• Better Auth session-аар бүх хүсэлтийг user_id-аар тусгаарлана</a:t>
            </a:r>
          </a:p>
          <a:p xmlns:a="http://schemas.openxmlformats.org/drawingml/2006/main">
            <a:pPr algn="l">
              <a:lnSpc>
                <a:spcPct val="108000"/>
              </a:lnSpc>
              <a:buNone/>
              <a:defRPr sz="1875" b="0">
                <a:solidFill>
                  <a:srgbClr val="547B98"/>
                </a:solidFill>
                <a:latin typeface="Noto Sans"/>
                <a:ea typeface="Noto Sans"/>
                <a:cs typeface="Noto Sans"/>
              </a:defRPr>
            </a:pPr>
            <a:r>
              <a:rPr sz="1875" b="0">
                <a:solidFill>
                  <a:srgbClr val="547B98"/>
                </a:solidFill>
                <a:latin typeface="Noto Sans"/>
                <a:ea typeface="Noto Sans"/>
                <a:cs typeface="Noto Sans"/>
              </a:rPr>
              <a:t>• Gemini embedding болон хариулт үүсгэлтийг серверээс дуудна</a:t>
            </a:r>
          </a:p>
        </p:txBody>
      </p:sp>
      <p:sp>
        <p:nvSpPr>
          <p:cNvPr id="4" name="Freeform 4">
            <a:extLst xmlns:a="http://schemas.openxmlformats.org/drawingml/2006/main">
              <a:ext uri="{FF2B5EF4-FFF2-40B4-BE49-F238E27FC236}">
                <a16:creationId xmlns:a16="http://schemas.microsoft.com/office/drawing/2014/main" id="{7109FDF1-B769-46AE-93EF-D45352A6374E}"/>
              </a:ext>
            </a:extLst>
          </p:cNvPr>
          <p:cNvSpPr>
            <a:spLocks xmlns:a="http://schemas.openxmlformats.org/drawingml/2006/main" noGrp="1"/>
          </p:cNvSpPr>
          <p:nvPr/>
        </p:nvSpPr>
        <p:spPr>
          <a:xfrm xmlns:a="http://schemas.openxmlformats.org/drawingml/2006/main" rot="0" flipH="1" flipV="0">
            <a:off x="16403986" y="7805142"/>
            <a:ext cx="2756130" cy="2807170"/>
          </a:xfrm>
          <a:custGeom xmlns:a="http://schemas.openxmlformats.org/drawingml/2006/main">
            <a:rect l="l" t="t" r="r" b="b"/>
            <a:pathLst>
              <a:path w="2756130" h="2807170">
                <a:moveTo>
                  <a:pt x="2756131" y="0"/>
                </a:moveTo>
                <a:lnTo>
                  <a:pt x="0" y="0"/>
                </a:lnTo>
                <a:lnTo>
                  <a:pt x="0" y="2807170"/>
                </a:lnTo>
                <a:lnTo>
                  <a:pt x="2756131" y="2807170"/>
                </a:lnTo>
                <a:lnTo>
                  <a:pt x="2756131" y="0"/>
                </a:lnTo>
                <a:close/>
              </a:path>
            </a:pathLst>
          </a:custGeom>
          <a:blipFill xmlns:a="http://schemas.openxmlformats.org/drawingml/2006/main">
            <a:blip xmlns:r="http://schemas.openxmlformats.org/officeDocument/2006/relationships" r:embed="R9ba14313d3a24d46">
              <a:extLst>
                <a:ext uri="{96DAC541-7B7A-43D3-8B79-37D633B846F1}">
                  <asvg:svgBlip xmlns:asvg="http://schemas.microsoft.com/office/drawing/2016/SVG/main" r:embed="R45c5ddbb99ef4af3"/>
                </a:ext>
              </a:extLst>
            </a:blip>
            <a:stretch>
              <a:fillRect l="0" t="0" r="0" b="0"/>
            </a:stretch>
          </a:blipFill>
        </p:spPr>
      </p:sp>
      <p:pic>
        <p:nvPicPr>
          <p:cNvPr id="14" name="Picture 5"/>
          <p:cNvPicPr>
            <a:picLocks xmlns:a="http://schemas.openxmlformats.org/drawingml/2006/main" noChangeAspect="1"/>
          </p:cNvPicPr>
          <p:nvPr/>
        </p:nvPicPr>
        <p:blipFill>
          <a:blip xmlns:r="http://schemas.openxmlformats.org/officeDocument/2006/relationships" xmlns:a="http://schemas.openxmlformats.org/drawingml/2006/main" r:embed="Rac9dd9d75fff4a55"/>
          <a:stretch xmlns:a="http://schemas.openxmlformats.org/drawingml/2006/main"/>
        </p:blipFill>
        <p:spPr>
          <a:xfrm xmlns:a="http://schemas.openxmlformats.org/drawingml/2006/main" rot="0">
            <a:off x="7748427" y="2047875"/>
            <a:ext cx="9649146" cy="6572250"/>
          </a:xfrm>
          <a:prstGeom xmlns:a="http://schemas.openxmlformats.org/drawingml/2006/main" prst="roundRect">
            <a:avLst>
              <a:gd name="adj" fmla="val 2609"/>
            </a:avLst>
          </a:prstGeom>
        </p:spPr>
      </p:pic>
      <p:sp>
        <p:nvSpPr>
          <p:cNvPr id="6" name="AutoShape 6">
            <a:extLst xmlns:a="http://schemas.openxmlformats.org/drawingml/2006/main">
              <a:ext uri="{FF2B5EF4-FFF2-40B4-BE49-F238E27FC236}">
                <a16:creationId xmlns:a16="http://schemas.microsoft.com/office/drawing/2014/main" id="{A0CE6369-1BE3-4C88-B92A-129348B8DDA3}"/>
              </a:ext>
            </a:extLst>
          </p:cNvPr>
          <p:cNvSpPr>
            <a:spLocks xmlns:a="http://schemas.openxmlformats.org/drawingml/2006/main" noGrp="1"/>
          </p:cNvSpPr>
          <p:nvPr/>
        </p:nvSpPr>
        <p:spPr>
          <a:xfrm xmlns:a="http://schemas.openxmlformats.org/drawingml/2006/main" flipV="1">
            <a:off x="4856815" y="9014424"/>
            <a:ext cx="11217005" cy="9525"/>
          </a:xfrm>
          <a:prstGeom xmlns:a="http://schemas.openxmlformats.org/drawingml/2006/main" prst="line">
            <a:avLst/>
          </a:prstGeom>
          <a:ln xmlns:a="http://schemas.openxmlformats.org/drawingml/2006/main" w="19050">
            <a:solidFill>
              <a:srgbClr val="3A5F7D"/>
            </a:solidFill>
            <a:prstDash val="solid"/>
            <a:headEnd type="none" w="sm" len="sm"/>
            <a:tailEnd type="none" w="sm" len="sm"/>
          </a:ln>
        </p:spPr>
      </p:sp>
      <p:sp>
        <p:nvSpPr>
          <p:cNvPr id="7" name="TextBox 7">
            <a:extLst xmlns:a="http://schemas.openxmlformats.org/drawingml/2006/main">
              <a:ext uri="{FF2B5EF4-FFF2-40B4-BE49-F238E27FC236}">
                <a16:creationId xmlns:a16="http://schemas.microsoft.com/office/drawing/2014/main" id="{45C7A6B1-C93F-4AF8-8C19-643F2B9FAC54}"/>
              </a:ext>
            </a:extLst>
          </p:cNvPr>
          <p:cNvSpPr>
            <a:spLocks xmlns:a="http://schemas.openxmlformats.org/drawingml/2006/main" noGrp="1"/>
          </p:cNvSpPr>
          <p:nvPr/>
        </p:nvSpPr>
        <p:spPr>
          <a:xfrm xmlns:a="http://schemas.openxmlformats.org/drawingml/2006/main" rot="0">
            <a:off x="1338263" y="8769956"/>
            <a:ext cx="3470928" cy="13335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1050" b="0">
                <a:solidFill>
                  <a:srgbClr val="6F91AA"/>
                </a:solidFill>
                <a:latin typeface="Noto Sans"/>
                <a:ea typeface="Noto Sans"/>
                <a:cs typeface="Noto Sans"/>
              </a:defRPr>
            </a:pPr>
            <a:r>
              <a:rPr sz="1050" b="0" i="1">
                <a:solidFill>
                  <a:srgbClr val="6F91AA"/>
                </a:solidFill>
                <a:latin typeface="Noto Sans"/>
                <a:ea typeface="Noto Sans"/>
                <a:cs typeface="Noto Sans"/>
              </a:rPr>
              <a:t>CALLPRO LABS  •  ҮЙЛДВЭРЛЭЛИЙН ДАДЛАГА</a:t>
            </a:r>
          </a:p>
        </p:txBody>
      </p:sp>
      <p:sp>
        <p:nvSpPr>
          <p:cNvPr id="8" name="TextBox 8">
            <a:extLst xmlns:a="http://schemas.openxmlformats.org/drawingml/2006/main">
              <a:ext uri="{FF2B5EF4-FFF2-40B4-BE49-F238E27FC236}">
                <a16:creationId xmlns:a16="http://schemas.microsoft.com/office/drawing/2014/main" id="{2CD62441-64CE-4E8A-9E0B-4E494335ED3B}"/>
              </a:ext>
            </a:extLst>
          </p:cNvPr>
          <p:cNvSpPr>
            <a:spLocks xmlns:a="http://schemas.openxmlformats.org/drawingml/2006/main" noGrp="1"/>
          </p:cNvSpPr>
          <p:nvPr/>
        </p:nvSpPr>
        <p:spPr>
          <a:xfrm xmlns:a="http://schemas.openxmlformats.org/drawingml/2006/main" rot="0">
            <a:off x="16225283" y="8668356"/>
            <a:ext cx="724455" cy="55118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200" b="1">
                <a:solidFill>
                  <a:srgbClr val="315C7D"/>
                </a:solidFill>
                <a:latin typeface="Noto Sans"/>
                <a:ea typeface="Noto Sans"/>
                <a:cs typeface="Noto Sans"/>
              </a:defRPr>
            </a:pPr>
            <a:r>
              <a:rPr sz="1200" b="1">
                <a:solidFill>
                  <a:srgbClr val="315C7D"/>
                </a:solidFill>
                <a:latin typeface="Noto Sans"/>
                <a:ea typeface="Noto Sans"/>
                <a:cs typeface="Noto Sans"/>
              </a:rPr>
              <a:t>05</a:t>
            </a:r>
          </a:p>
        </p:txBody>
      </p:sp>
      <p:sp>
        <p:nvSpPr>
          <p:cNvPr id="9" name="Freeform 9">
            <a:extLst xmlns:a="http://schemas.openxmlformats.org/drawingml/2006/main">
              <a:ext uri="{FF2B5EF4-FFF2-40B4-BE49-F238E27FC236}">
                <a16:creationId xmlns:a16="http://schemas.microsoft.com/office/drawing/2014/main" id="{94BBD611-02E1-4F3D-930B-BFB94D245D89}"/>
              </a:ext>
            </a:extLst>
          </p:cNvPr>
          <p:cNvSpPr>
            <a:spLocks xmlns:a="http://schemas.openxmlformats.org/drawingml/2006/main" noGrp="1"/>
          </p:cNvSpPr>
          <p:nvPr/>
        </p:nvSpPr>
        <p:spPr>
          <a:xfrm xmlns:a="http://schemas.openxmlformats.org/drawingml/2006/main" rot="0" flipH="0" flipV="1">
            <a:off x="-1572494" y="-1186685"/>
            <a:ext cx="5755226" cy="3477978"/>
          </a:xfrm>
          <a:custGeom xmlns:a="http://schemas.openxmlformats.org/drawingml/2006/main">
            <a:rect l="l" t="t" r="r" b="b"/>
            <a:pathLst>
              <a:path w="5755226" h="3477978">
                <a:moveTo>
                  <a:pt x="0" y="3477978"/>
                </a:moveTo>
                <a:lnTo>
                  <a:pt x="5755226" y="3477978"/>
                </a:lnTo>
                <a:lnTo>
                  <a:pt x="5755226" y="0"/>
                </a:lnTo>
                <a:lnTo>
                  <a:pt x="0" y="0"/>
                </a:lnTo>
                <a:lnTo>
                  <a:pt x="0" y="3477978"/>
                </a:lnTo>
                <a:close/>
              </a:path>
            </a:pathLst>
          </a:custGeom>
          <a:blipFill xmlns:a="http://schemas.openxmlformats.org/drawingml/2006/main">
            <a:blip xmlns:r="http://schemas.openxmlformats.org/officeDocument/2006/relationships" r:embed="R83ee1b1a03a14516">
              <a:extLst>
                <a:ext uri="{96DAC541-7B7A-43D3-8B79-37D633B846F1}">
                  <asvg:svgBlip xmlns:asvg="http://schemas.microsoft.com/office/drawing/2016/SVG/main" r:embed="R1600b6df32964e4e"/>
                </a:ext>
              </a:extLst>
            </a:blip>
            <a:stretch>
              <a:fillRect l="0" t="0" r="0" b="0"/>
            </a:stretch>
          </a:blipFill>
        </p:spPr>
      </p:sp>
    </p:spTree>
    <p:extLst>
      <p:ext uri="{BB962C8B-B14F-4D97-AF65-F5344CB8AC3E}">
        <p14:creationId xmlns:p14="http://schemas.microsoft.com/office/powerpoint/2010/main" val="212998110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87FAE9E4-F8C9-4EB4-948D-30654E114D42}"/>
              </a:ext>
            </a:extLst>
          </p:cNvPr>
          <p:cNvSpPr>
            <a:spLocks xmlns:a="http://schemas.openxmlformats.org/drawingml/2006/main" noGrp="1"/>
          </p:cNvSpPr>
          <p:nvPr/>
        </p:nvSpPr>
        <p:spPr>
          <a:xfrm xmlns:a="http://schemas.openxmlformats.org/drawingml/2006/main" rot="0" flipH="0" flipV="0">
            <a:off x="-1787996" y="8126989"/>
            <a:ext cx="5633392" cy="3404352"/>
          </a:xfrm>
          <a:custGeom xmlns:a="http://schemas.openxmlformats.org/drawingml/2006/main">
            <a:rect l="l" t="t" r="r" b="b"/>
            <a:pathLst>
              <a:path w="5633392" h="3404352">
                <a:moveTo>
                  <a:pt x="0" y="0"/>
                </a:moveTo>
                <a:lnTo>
                  <a:pt x="5633392" y="0"/>
                </a:lnTo>
                <a:lnTo>
                  <a:pt x="5633392" y="3404352"/>
                </a:lnTo>
                <a:lnTo>
                  <a:pt x="0" y="3404352"/>
                </a:lnTo>
                <a:lnTo>
                  <a:pt x="0" y="0"/>
                </a:lnTo>
                <a:close/>
              </a:path>
            </a:pathLst>
          </a:custGeom>
          <a:blipFill xmlns:a="http://schemas.openxmlformats.org/drawingml/2006/main">
            <a:blip xmlns:r="http://schemas.openxmlformats.org/officeDocument/2006/relationships" r:embed="R26904cfbf5bb49b7">
              <a:extLst>
                <a:ext uri="{96DAC541-7B7A-43D3-8B79-37D633B846F1}">
                  <asvg:svgBlip xmlns:asvg="http://schemas.microsoft.com/office/drawing/2016/SVG/main" r:embed="R407f8307ad204313"/>
                </a:ext>
              </a:extLst>
            </a:blip>
            <a:stretch>
              <a:fillRect l="0" t="0" r="0" b="0"/>
            </a:stretch>
          </a:blipFill>
        </p:spPr>
      </p:sp>
      <p:sp>
        <p:nvSpPr>
          <p:cNvPr id="6" name="TextBox 6">
            <a:extLst xmlns:a="http://schemas.openxmlformats.org/drawingml/2006/main">
              <a:ext uri="{FF2B5EF4-FFF2-40B4-BE49-F238E27FC236}">
                <a16:creationId xmlns:a16="http://schemas.microsoft.com/office/drawing/2014/main" id="{51B1F58B-0FB2-4551-9E70-5FD52E6F21F1}"/>
              </a:ext>
            </a:extLst>
          </p:cNvPr>
          <p:cNvSpPr>
            <a:spLocks xmlns:a="http://schemas.openxmlformats.org/drawingml/2006/main" noGrp="1"/>
          </p:cNvSpPr>
          <p:nvPr/>
        </p:nvSpPr>
        <p:spPr>
          <a:xfrm xmlns:a="http://schemas.openxmlformats.org/drawingml/2006/main" rot="0">
            <a:off x="7429500" y="1047750"/>
            <a:ext cx="9144000" cy="1000125"/>
          </a:xfrm>
          <a:prstGeom xmlns:a="http://schemas.openxmlformats.org/drawingml/2006/main" prst="rect">
            <a:avLst/>
          </a:prstGeom>
        </p:spPr>
        <p:txBody>
          <a:bodyPr xmlns:a="http://schemas.openxmlformats.org/drawingml/2006/main" lIns="0" tIns="0" rIns="0" bIns="0" anchor="ctr">
            <a:normAutofit fontScale="10000"/>
          </a:bodyPr>
          <a:lstStyle xmlns:a="http://schemas.openxmlformats.org/drawingml/2006/main"/>
          <a:p xmlns:a="http://schemas.openxmlformats.org/drawingml/2006/main">
            <a:pPr algn="l">
              <a:lnSpc>
                <a:spcPct val="95000"/>
              </a:lnSpc>
              <a:buNone/>
              <a:defRPr sz="3675" b="1">
                <a:solidFill>
                  <a:srgbClr val="315C7D"/>
                </a:solidFill>
                <a:latin typeface="Noto Sans"/>
                <a:ea typeface="Noto Sans"/>
                <a:cs typeface="Noto Sans"/>
              </a:defRPr>
            </a:pPr>
            <a:r>
              <a:rPr sz="3675" b="1">
                <a:solidFill>
                  <a:srgbClr val="315C7D"/>
                </a:solidFill>
                <a:latin typeface="Noto Sans"/>
                <a:ea typeface="Noto Sans"/>
                <a:cs typeface="Noto Sans"/>
              </a:rPr>
              <a:t>RAG-Д СУРСАН ШИНЭ ОЙЛГОЛТУУД</a:t>
            </a:r>
          </a:p>
        </p:txBody>
      </p:sp>
      <p:sp>
        <p:nvSpPr>
          <p:cNvPr id="7" name="TextBox 7">
            <a:extLst xmlns:a="http://schemas.openxmlformats.org/drawingml/2006/main">
              <a:ext uri="{FF2B5EF4-FFF2-40B4-BE49-F238E27FC236}">
                <a16:creationId xmlns:a16="http://schemas.microsoft.com/office/drawing/2014/main" id="{20E8BF36-38D5-4CAD-906C-3363A50D27A0}"/>
              </a:ext>
            </a:extLst>
          </p:cNvPr>
          <p:cNvSpPr>
            <a:spLocks xmlns:a="http://schemas.openxmlformats.org/drawingml/2006/main" noGrp="1"/>
          </p:cNvSpPr>
          <p:nvPr/>
        </p:nvSpPr>
        <p:spPr>
          <a:xfrm xmlns:a="http://schemas.openxmlformats.org/drawingml/2006/main" rot="0">
            <a:off x="9191625" y="2571750"/>
            <a:ext cx="7334250" cy="5048250"/>
          </a:xfrm>
          <a:prstGeom xmlns:a="http://schemas.openxmlformats.org/drawingml/2006/main" prst="rect">
            <a:avLst/>
          </a:prstGeom>
        </p:spPr>
        <p:txBody>
          <a:bodyPr xmlns:a="http://schemas.openxmlformats.org/drawingml/2006/main" lIns="0" tIns="0" rIns="0" bIns="0" anchor="ctr">
            <a:normAutofit fontScale="61861"/>
          </a:bodyPr>
          <a:lstStyle xmlns:a="http://schemas.openxmlformats.org/drawingml/2006/main"/>
          <a:p xmlns:a="http://schemas.openxmlformats.org/drawingml/2006/main">
            <a:pPr algn="l">
              <a:lnSpc>
                <a:spcPct val="106000"/>
              </a:lnSpc>
              <a:buNone/>
              <a:defRPr sz="2025" b="0">
                <a:solidFill>
                  <a:srgbClr val="547B98"/>
                </a:solidFill>
                <a:latin typeface="Noto Sans"/>
                <a:ea typeface="Noto Sans"/>
                <a:cs typeface="Noto Sans"/>
              </a:defRPr>
            </a:pPr>
            <a:r>
              <a:rPr sz="2025" b="0">
                <a:solidFill>
                  <a:srgbClr val="547B98"/>
                </a:solidFill>
                <a:latin typeface="Noto Sans"/>
                <a:ea typeface="Noto Sans"/>
                <a:cs typeface="Noto Sans"/>
              </a:rPr>
              <a:t>CHUNK</a:t>
            </a:r>
          </a:p>
          <a:p xmlns:a="http://schemas.openxmlformats.org/drawingml/2006/main">
            <a:pPr algn="l">
              <a:lnSpc>
                <a:spcPct val="106000"/>
              </a:lnSpc>
              <a:buNone/>
              <a:defRPr sz="2025" b="0">
                <a:solidFill>
                  <a:srgbClr val="547B98"/>
                </a:solidFill>
                <a:latin typeface="Noto Sans"/>
                <a:ea typeface="Noto Sans"/>
                <a:cs typeface="Noto Sans"/>
              </a:defRPr>
            </a:pPr>
            <a:r>
              <a:rPr sz="2025" b="0">
                <a:solidFill>
                  <a:srgbClr val="547B98"/>
                </a:solidFill>
                <a:latin typeface="Noto Sans"/>
                <a:ea typeface="Noto Sans"/>
                <a:cs typeface="Noto Sans"/>
              </a:rPr>
              <a:t>Урт баримтыг давхцалтай жижиг хэсгүүдэд хуваана.</a:t>
            </a:r>
          </a:p>
          <a:p xmlns:a="http://schemas.openxmlformats.org/drawingml/2006/main">
            <a:pPr algn="just">
              <a:lnSpc>
                <a:spcPts val="4478"/>
              </a:lnSpc>
              <a:buNone/>
            </a:pPr>
            <a:r>
              <a:rPr sz="3199">
                <a:solidFill>
                  <a:srgbClr val="3A5F7D"/>
                </a:solidFill>
                <a:latin typeface="Work Sans"/>
                <a:ea typeface="Work Sans"/>
                <a:cs typeface="Work Sans"/>
              </a:rPr>
              <a:t/>
            </a:r>
          </a:p>
          <a:p xmlns:a="http://schemas.openxmlformats.org/drawingml/2006/main">
            <a:pPr algn="l">
              <a:lnSpc>
                <a:spcPct val="106000"/>
              </a:lnSpc>
              <a:buNone/>
              <a:defRPr sz="2025" b="0">
                <a:solidFill>
                  <a:srgbClr val="547B98"/>
                </a:solidFill>
                <a:latin typeface="Noto Sans"/>
                <a:ea typeface="Noto Sans"/>
                <a:cs typeface="Noto Sans"/>
              </a:defRPr>
            </a:pPr>
            <a:r>
              <a:rPr sz="2025" b="0">
                <a:solidFill>
                  <a:srgbClr val="547B98"/>
                </a:solidFill>
                <a:latin typeface="Noto Sans"/>
                <a:ea typeface="Noto Sans"/>
                <a:cs typeface="Noto Sans"/>
              </a:rPr>
              <a:t>EMBEDDING</a:t>
            </a:r>
          </a:p>
          <a:p xmlns:a="http://schemas.openxmlformats.org/drawingml/2006/main">
            <a:pPr algn="l">
              <a:lnSpc>
                <a:spcPct val="106000"/>
              </a:lnSpc>
              <a:buNone/>
              <a:defRPr sz="2025" b="0">
                <a:solidFill>
                  <a:srgbClr val="547B98"/>
                </a:solidFill>
                <a:latin typeface="Noto Sans"/>
                <a:ea typeface="Noto Sans"/>
                <a:cs typeface="Noto Sans"/>
              </a:defRPr>
            </a:pPr>
            <a:r>
              <a:rPr sz="2025" b="0">
                <a:solidFill>
                  <a:srgbClr val="547B98"/>
                </a:solidFill>
                <a:latin typeface="Noto Sans"/>
                <a:ea typeface="Noto Sans"/>
                <a:cs typeface="Noto Sans"/>
              </a:rPr>
              <a:t>Текстийн утгыг 768 хэмжээст вектор болгоно.</a:t>
            </a:r>
          </a:p>
          <a:p xmlns:a="http://schemas.openxmlformats.org/drawingml/2006/main">
            <a:pPr algn="just">
              <a:lnSpc>
                <a:spcPts val="4478"/>
              </a:lnSpc>
              <a:buNone/>
            </a:pPr>
            <a:r>
              <a:rPr sz="3199">
                <a:solidFill>
                  <a:srgbClr val="3A5F7D"/>
                </a:solidFill>
                <a:latin typeface="Work Sans"/>
                <a:ea typeface="Work Sans"/>
                <a:cs typeface="Work Sans"/>
              </a:rPr>
              <a:t/>
            </a:r>
          </a:p>
          <a:p xmlns:a="http://schemas.openxmlformats.org/drawingml/2006/main">
            <a:pPr algn="l">
              <a:lnSpc>
                <a:spcPct val="106000"/>
              </a:lnSpc>
              <a:buNone/>
              <a:defRPr sz="2025" b="0">
                <a:solidFill>
                  <a:srgbClr val="547B98"/>
                </a:solidFill>
                <a:latin typeface="Noto Sans"/>
                <a:ea typeface="Noto Sans"/>
                <a:cs typeface="Noto Sans"/>
              </a:defRPr>
            </a:pPr>
            <a:r>
              <a:rPr sz="2025" b="0">
                <a:solidFill>
                  <a:srgbClr val="547B98"/>
                </a:solidFill>
                <a:latin typeface="Noto Sans"/>
                <a:ea typeface="Noto Sans"/>
                <a:cs typeface="Noto Sans"/>
              </a:rPr>
              <a:t>RETRIEVAL + GROUNDING</a:t>
            </a:r>
          </a:p>
          <a:p xmlns:a="http://schemas.openxmlformats.org/drawingml/2006/main">
            <a:pPr algn="l">
              <a:lnSpc>
                <a:spcPct val="106000"/>
              </a:lnSpc>
              <a:buNone/>
              <a:defRPr sz="2025" b="0">
                <a:solidFill>
                  <a:srgbClr val="547B98"/>
                </a:solidFill>
                <a:latin typeface="Noto Sans"/>
                <a:ea typeface="Noto Sans"/>
                <a:cs typeface="Noto Sans"/>
              </a:defRPr>
            </a:pPr>
            <a:r>
              <a:rPr sz="2025" b="0">
                <a:solidFill>
                  <a:srgbClr val="547B98"/>
                </a:solidFill>
                <a:latin typeface="Noto Sans"/>
                <a:ea typeface="Noto Sans"/>
                <a:cs typeface="Noto Sans"/>
              </a:rPr>
              <a:t>Асуултад ойр хэсгийг хайж, зөвхөн олдсон контекстээр хариулна. Эх сурвалжийг хамт буцаана.</a:t>
            </a:r>
          </a:p>
        </p:txBody>
      </p:sp>
      <p:sp>
        <p:nvSpPr>
          <p:cNvPr id="8" name="AutoShape 8">
            <a:extLst xmlns:a="http://schemas.openxmlformats.org/drawingml/2006/main">
              <a:ext uri="{FF2B5EF4-FFF2-40B4-BE49-F238E27FC236}">
                <a16:creationId xmlns:a16="http://schemas.microsoft.com/office/drawing/2014/main" id="{C31C51F3-4011-4FF4-B12A-F398BC2DD3A7}"/>
              </a:ext>
            </a:extLst>
          </p:cNvPr>
          <p:cNvSpPr>
            <a:spLocks xmlns:a="http://schemas.openxmlformats.org/drawingml/2006/main" noGrp="1"/>
          </p:cNvSpPr>
          <p:nvPr/>
        </p:nvSpPr>
        <p:spPr>
          <a:xfrm xmlns:a="http://schemas.openxmlformats.org/drawingml/2006/main" flipV="1">
            <a:off x="4856815" y="9014424"/>
            <a:ext cx="11217005" cy="9525"/>
          </a:xfrm>
          <a:prstGeom xmlns:a="http://schemas.openxmlformats.org/drawingml/2006/main" prst="line">
            <a:avLst/>
          </a:prstGeom>
          <a:ln xmlns:a="http://schemas.openxmlformats.org/drawingml/2006/main" w="19050">
            <a:solidFill>
              <a:srgbClr val="3A5F7D"/>
            </a:solidFill>
            <a:prstDash val="solid"/>
            <a:headEnd type="none" w="sm" len="sm"/>
            <a:tailEnd type="none" w="sm" len="sm"/>
          </a:ln>
        </p:spPr>
      </p:sp>
      <p:sp>
        <p:nvSpPr>
          <p:cNvPr id="9" name="TextBox 9">
            <a:extLst xmlns:a="http://schemas.openxmlformats.org/drawingml/2006/main">
              <a:ext uri="{FF2B5EF4-FFF2-40B4-BE49-F238E27FC236}">
                <a16:creationId xmlns:a16="http://schemas.microsoft.com/office/drawing/2014/main" id="{64BA01B5-3A84-4138-9A82-D7AB8CB97193}"/>
              </a:ext>
            </a:extLst>
          </p:cNvPr>
          <p:cNvSpPr>
            <a:spLocks xmlns:a="http://schemas.openxmlformats.org/drawingml/2006/main" noGrp="1"/>
          </p:cNvSpPr>
          <p:nvPr/>
        </p:nvSpPr>
        <p:spPr>
          <a:xfrm xmlns:a="http://schemas.openxmlformats.org/drawingml/2006/main" rot="0">
            <a:off x="1338263" y="8769956"/>
            <a:ext cx="3470928" cy="13335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1050" b="0">
                <a:solidFill>
                  <a:srgbClr val="6F91AA"/>
                </a:solidFill>
                <a:latin typeface="Noto Sans"/>
                <a:ea typeface="Noto Sans"/>
                <a:cs typeface="Noto Sans"/>
              </a:defRPr>
            </a:pPr>
            <a:r>
              <a:rPr sz="1050" b="0" i="1">
                <a:solidFill>
                  <a:srgbClr val="6F91AA"/>
                </a:solidFill>
                <a:latin typeface="Noto Sans"/>
                <a:ea typeface="Noto Sans"/>
                <a:cs typeface="Noto Sans"/>
              </a:rPr>
              <a:t>CALLPRO LABS  •  ҮЙЛДВЭРЛЭЛИЙН ДАДЛАГА</a:t>
            </a:r>
          </a:p>
        </p:txBody>
      </p:sp>
      <p:sp>
        <p:nvSpPr>
          <p:cNvPr id="10" name="TextBox 10">
            <a:extLst xmlns:a="http://schemas.openxmlformats.org/drawingml/2006/main">
              <a:ext uri="{FF2B5EF4-FFF2-40B4-BE49-F238E27FC236}">
                <a16:creationId xmlns:a16="http://schemas.microsoft.com/office/drawing/2014/main" id="{7CD05581-8331-436D-A3B5-7700C6E210D7}"/>
              </a:ext>
            </a:extLst>
          </p:cNvPr>
          <p:cNvSpPr>
            <a:spLocks xmlns:a="http://schemas.openxmlformats.org/drawingml/2006/main" noGrp="1"/>
          </p:cNvSpPr>
          <p:nvPr/>
        </p:nvSpPr>
        <p:spPr>
          <a:xfrm xmlns:a="http://schemas.openxmlformats.org/drawingml/2006/main" rot="0">
            <a:off x="16225283" y="8668356"/>
            <a:ext cx="724455" cy="55118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200" b="1">
                <a:solidFill>
                  <a:srgbClr val="315C7D"/>
                </a:solidFill>
                <a:latin typeface="Noto Sans"/>
                <a:ea typeface="Noto Sans"/>
                <a:cs typeface="Noto Sans"/>
              </a:defRPr>
            </a:pPr>
            <a:r>
              <a:rPr sz="1200" b="1">
                <a:solidFill>
                  <a:srgbClr val="315C7D"/>
                </a:solidFill>
                <a:latin typeface="Noto Sans"/>
                <a:ea typeface="Noto Sans"/>
                <a:cs typeface="Noto Sans"/>
              </a:rPr>
              <a:t>06</a:t>
            </a:r>
          </a:p>
        </p:txBody>
      </p:sp>
      <p:sp>
        <p:nvSpPr>
          <p:cNvPr id="11" name="Freeform 11">
            <a:extLst xmlns:a="http://schemas.openxmlformats.org/drawingml/2006/main">
              <a:ext uri="{FF2B5EF4-FFF2-40B4-BE49-F238E27FC236}">
                <a16:creationId xmlns:a16="http://schemas.microsoft.com/office/drawing/2014/main" id="{140D77E4-85C1-478D-ABE7-9908306573EC}"/>
              </a:ext>
            </a:extLst>
          </p:cNvPr>
          <p:cNvSpPr>
            <a:spLocks xmlns:a="http://schemas.openxmlformats.org/drawingml/2006/main" noGrp="1"/>
          </p:cNvSpPr>
          <p:nvPr/>
        </p:nvSpPr>
        <p:spPr>
          <a:xfrm xmlns:a="http://schemas.openxmlformats.org/drawingml/2006/main" rot="0" flipH="1" flipV="1">
            <a:off x="16401083" y="-184286"/>
            <a:ext cx="2017079" cy="2390934"/>
          </a:xfrm>
          <a:custGeom xmlns:a="http://schemas.openxmlformats.org/drawingml/2006/main">
            <a:rect l="l" t="t" r="r" b="b"/>
            <a:pathLst>
              <a:path w="2017079" h="2390934">
                <a:moveTo>
                  <a:pt x="2017078" y="2390934"/>
                </a:moveTo>
                <a:lnTo>
                  <a:pt x="0" y="2390934"/>
                </a:lnTo>
                <a:lnTo>
                  <a:pt x="0" y="0"/>
                </a:lnTo>
                <a:lnTo>
                  <a:pt x="2017078" y="0"/>
                </a:lnTo>
                <a:lnTo>
                  <a:pt x="2017078" y="2390934"/>
                </a:lnTo>
                <a:close/>
              </a:path>
            </a:pathLst>
          </a:custGeom>
          <a:blipFill xmlns:a="http://schemas.openxmlformats.org/drawingml/2006/main">
            <a:blip xmlns:r="http://schemas.openxmlformats.org/officeDocument/2006/relationships" r:embed="Re0db89ada2de40fb">
              <a:extLst>
                <a:ext uri="{96DAC541-7B7A-43D3-8B79-37D633B846F1}">
                  <asvg:svgBlip xmlns:asvg="http://schemas.microsoft.com/office/drawing/2016/SVG/main" r:embed="R062b121cbc134a53"/>
                </a:ext>
              </a:extLst>
            </a:blip>
            <a:stretch>
              <a:fillRect l="0" t="0" r="0" b="0"/>
            </a:stretch>
          </a:blipFill>
        </p:spPr>
      </p:sp>
      <p:sp>
        <p:nvSpPr>
          <p:cNvPr id="12" name="Freeform 12">
            <a:extLst xmlns:a="http://schemas.openxmlformats.org/drawingml/2006/main">
              <a:ext uri="{FF2B5EF4-FFF2-40B4-BE49-F238E27FC236}">
                <a16:creationId xmlns:a16="http://schemas.microsoft.com/office/drawing/2014/main" id="{844EE800-66B8-4008-A5DC-CCBB6BF68340}"/>
              </a:ext>
            </a:extLst>
          </p:cNvPr>
          <p:cNvSpPr>
            <a:spLocks xmlns:a="http://schemas.openxmlformats.org/drawingml/2006/main" noGrp="1"/>
          </p:cNvSpPr>
          <p:nvPr/>
        </p:nvSpPr>
        <p:spPr>
          <a:xfrm xmlns:a="http://schemas.openxmlformats.org/drawingml/2006/main" rot="0" flipH="0" flipV="1">
            <a:off x="4488432" y="-425092"/>
            <a:ext cx="1656227" cy="1686898"/>
          </a:xfrm>
          <a:custGeom xmlns:a="http://schemas.openxmlformats.org/drawingml/2006/main">
            <a:rect l="l" t="t" r="r" b="b"/>
            <a:pathLst>
              <a:path w="1656227" h="1686898">
                <a:moveTo>
                  <a:pt x="0" y="1686898"/>
                </a:moveTo>
                <a:lnTo>
                  <a:pt x="1656227" y="1686898"/>
                </a:lnTo>
                <a:lnTo>
                  <a:pt x="1656227" y="0"/>
                </a:lnTo>
                <a:lnTo>
                  <a:pt x="0" y="0"/>
                </a:lnTo>
                <a:lnTo>
                  <a:pt x="0" y="1686898"/>
                </a:lnTo>
                <a:close/>
              </a:path>
            </a:pathLst>
          </a:custGeom>
          <a:blipFill xmlns:a="http://schemas.openxmlformats.org/drawingml/2006/main">
            <a:blip xmlns:r="http://schemas.openxmlformats.org/officeDocument/2006/relationships" r:embed="Rdbe085b514294e9d">
              <a:extLst>
                <a:ext uri="{96DAC541-7B7A-43D3-8B79-37D633B846F1}">
                  <asvg:svgBlip xmlns:asvg="http://schemas.microsoft.com/office/drawing/2016/SVG/main" r:embed="R4784a397c0ea40dd"/>
                </a:ext>
              </a:extLst>
            </a:blip>
            <a:stretch>
              <a:fillRect l="0" t="0" r="0" b="0"/>
            </a:stretch>
          </a:blipFill>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c4d635d3c3d444df"/>
          <a:stretch xmlns:a="http://schemas.openxmlformats.org/drawingml/2006/main"/>
        </p:blipFill>
        <p:spPr>
          <a:xfrm xmlns:a="http://schemas.openxmlformats.org/drawingml/2006/main">
            <a:off x="428625" y="2459491"/>
            <a:ext cx="8191500" cy="5558518"/>
          </a:xfrm>
          <a:prstGeom xmlns:a="http://schemas.openxmlformats.org/drawingml/2006/main" prst="roundRect">
            <a:avLst>
              <a:gd name="adj" fmla="val 2609"/>
            </a:avLst>
          </a:prstGeom>
        </p:spPr>
      </p:pic>
    </p:spTree>
    <p:extLst>
      <p:ext uri="{BB962C8B-B14F-4D97-AF65-F5344CB8AC3E}">
        <p14:creationId xmlns:p14="http://schemas.microsoft.com/office/powerpoint/2010/main" val="152897183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Box 2">
            <a:extLst xmlns:a="http://schemas.openxmlformats.org/drawingml/2006/main">
              <a:ext uri="{FF2B5EF4-FFF2-40B4-BE49-F238E27FC236}">
                <a16:creationId xmlns:a16="http://schemas.microsoft.com/office/drawing/2014/main" id="{508D8767-E452-4AFF-B3B1-4ACA3246E65E}"/>
              </a:ext>
            </a:extLst>
          </p:cNvPr>
          <p:cNvSpPr>
            <a:spLocks xmlns:a="http://schemas.openxmlformats.org/drawingml/2006/main" noGrp="1"/>
          </p:cNvSpPr>
          <p:nvPr/>
        </p:nvSpPr>
        <p:spPr>
          <a:xfrm xmlns:a="http://schemas.openxmlformats.org/drawingml/2006/main" rot="0">
            <a:off x="4828459" y="828675"/>
            <a:ext cx="8631082" cy="3200146"/>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3675" b="1">
                <a:solidFill>
                  <a:srgbClr val="315C7D"/>
                </a:solidFill>
                <a:latin typeface="Noto Sans"/>
                <a:ea typeface="Noto Sans"/>
                <a:cs typeface="Noto Sans"/>
              </a:defRPr>
            </a:pPr>
            <a:r>
              <a:rPr sz="3675" b="1">
                <a:solidFill>
                  <a:srgbClr val="315C7D"/>
                </a:solidFill>
                <a:latin typeface="Noto Sans"/>
                <a:ea typeface="Noto Sans"/>
                <a:cs typeface="Noto Sans"/>
              </a:rPr>
              <a:t>ТУРШИЛТ БА БОДИТ ҮР ДҮН</a:t>
            </a:r>
          </a:p>
        </p:txBody>
      </p:sp>
      <p:sp>
        <p:nvSpPr>
          <p:cNvPr id="3" name="TextBox 3">
            <a:extLst xmlns:a="http://schemas.openxmlformats.org/drawingml/2006/main">
              <a:ext uri="{FF2B5EF4-FFF2-40B4-BE49-F238E27FC236}">
                <a16:creationId xmlns:a16="http://schemas.microsoft.com/office/drawing/2014/main" id="{A17C4104-39BE-49E9-999C-F165C1F167CB}"/>
              </a:ext>
            </a:extLst>
          </p:cNvPr>
          <p:cNvSpPr>
            <a:spLocks xmlns:a="http://schemas.openxmlformats.org/drawingml/2006/main" noGrp="1"/>
          </p:cNvSpPr>
          <p:nvPr/>
        </p:nvSpPr>
        <p:spPr>
          <a:xfrm xmlns:a="http://schemas.openxmlformats.org/drawingml/2006/main" rot="0">
            <a:off x="1476375" y="2667000"/>
            <a:ext cx="6667500" cy="48577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2025" b="0">
                <a:solidFill>
                  <a:srgbClr val="547B98"/>
                </a:solidFill>
                <a:latin typeface="Noto Sans"/>
                <a:ea typeface="Noto Sans"/>
                <a:cs typeface="Noto Sans"/>
              </a:defRPr>
            </a:pPr>
            <a:r>
              <a:rPr sz="2025" b="0">
                <a:solidFill>
                  <a:srgbClr val="547B98"/>
                </a:solidFill>
                <a:latin typeface="Noto Sans"/>
                <a:ea typeface="Noto Sans"/>
                <a:cs typeface="Noto Sans"/>
              </a:rPr>
              <a:t>БАТАЛГААЖУУЛСАН</a:t>
            </a:r>
          </a:p>
          <a:p xmlns:a="http://schemas.openxmlformats.org/drawingml/2006/main">
            <a:pPr algn="ctr">
              <a:lnSpc>
                <a:spcPts val="4478"/>
              </a:lnSpc>
              <a:buNone/>
            </a:pPr>
            <a:r>
              <a:rPr sz="3199">
                <a:solidFill>
                  <a:srgbClr val="3A5F7D"/>
                </a:solidFill>
                <a:latin typeface="Work Sans"/>
                <a:ea typeface="Work Sans"/>
                <a:cs typeface="Work Sans"/>
              </a:rPr>
              <a:t/>
            </a:r>
          </a:p>
          <a:p xmlns:a="http://schemas.openxmlformats.org/drawingml/2006/main">
            <a:pPr algn="l">
              <a:lnSpc>
                <a:spcPct val="108000"/>
              </a:lnSpc>
              <a:buNone/>
              <a:defRPr sz="2025" b="0">
                <a:solidFill>
                  <a:srgbClr val="547B98"/>
                </a:solidFill>
                <a:latin typeface="Noto Sans"/>
                <a:ea typeface="Noto Sans"/>
                <a:cs typeface="Noto Sans"/>
              </a:defRPr>
            </a:pPr>
            <a:r>
              <a:rPr sz="2025" b="0">
                <a:solidFill>
                  <a:srgbClr val="547B98"/>
                </a:solidFill>
                <a:latin typeface="Noto Sans"/>
                <a:ea typeface="Noto Sans"/>
                <a:cs typeface="Noto Sans"/>
              </a:rPr>
              <a:t>• PDF болон текст боловсруулалт</a:t>
            </a:r>
          </a:p>
          <a:p xmlns:a="http://schemas.openxmlformats.org/drawingml/2006/main">
            <a:pPr algn="l">
              <a:lnSpc>
                <a:spcPct val="108000"/>
              </a:lnSpc>
              <a:buNone/>
              <a:defRPr sz="2025" b="0">
                <a:solidFill>
                  <a:srgbClr val="547B98"/>
                </a:solidFill>
                <a:latin typeface="Noto Sans"/>
                <a:ea typeface="Noto Sans"/>
                <a:cs typeface="Noto Sans"/>
              </a:defRPr>
            </a:pPr>
            <a:r>
              <a:rPr sz="2025" b="0">
                <a:solidFill>
                  <a:srgbClr val="547B98"/>
                </a:solidFill>
                <a:latin typeface="Noto Sans"/>
                <a:ea typeface="Noto Sans"/>
                <a:cs typeface="Noto Sans"/>
              </a:rPr>
              <a:t>• Эх сурвалжтай grounded хариулт</a:t>
            </a:r>
          </a:p>
          <a:p xmlns:a="http://schemas.openxmlformats.org/drawingml/2006/main">
            <a:pPr algn="l">
              <a:lnSpc>
                <a:spcPct val="108000"/>
              </a:lnSpc>
              <a:buNone/>
              <a:defRPr sz="2025" b="0">
                <a:solidFill>
                  <a:srgbClr val="547B98"/>
                </a:solidFill>
                <a:latin typeface="Noto Sans"/>
                <a:ea typeface="Noto Sans"/>
                <a:cs typeface="Noto Sans"/>
              </a:defRPr>
            </a:pPr>
            <a:r>
              <a:rPr sz="2025" b="0">
                <a:solidFill>
                  <a:srgbClr val="547B98"/>
                </a:solidFill>
                <a:latin typeface="Noto Sans"/>
                <a:ea typeface="Noto Sans"/>
                <a:cs typeface="Noto Sans"/>
              </a:rPr>
              <a:t>• Web ба standalone Android APK</a:t>
            </a:r>
          </a:p>
          <a:p xmlns:a="http://schemas.openxmlformats.org/drawingml/2006/main">
            <a:pPr algn="l">
              <a:lnSpc>
                <a:spcPct val="108000"/>
              </a:lnSpc>
              <a:buNone/>
              <a:defRPr sz="2025" b="0">
                <a:solidFill>
                  <a:srgbClr val="547B98"/>
                </a:solidFill>
                <a:latin typeface="Noto Sans"/>
                <a:ea typeface="Noto Sans"/>
                <a:cs typeface="Noto Sans"/>
              </a:defRPr>
            </a:pPr>
            <a:r>
              <a:rPr sz="2025" b="0">
                <a:solidFill>
                  <a:srgbClr val="547B98"/>
                </a:solidFill>
                <a:latin typeface="Noto Sans"/>
                <a:ea typeface="Noto Sans"/>
                <a:cs typeface="Noto Sans"/>
              </a:rPr>
              <a:t>• Хоёр бүртгэлээр өгөгдлийн тусгаарлалт</a:t>
            </a:r>
          </a:p>
          <a:p xmlns:a="http://schemas.openxmlformats.org/drawingml/2006/main">
            <a:pPr algn="l">
              <a:lnSpc>
                <a:spcPct val="108000"/>
              </a:lnSpc>
              <a:buNone/>
              <a:defRPr sz="2025" b="0">
                <a:solidFill>
                  <a:srgbClr val="547B98"/>
                </a:solidFill>
                <a:latin typeface="Noto Sans"/>
                <a:ea typeface="Noto Sans"/>
                <a:cs typeface="Noto Sans"/>
              </a:defRPr>
            </a:pPr>
            <a:r>
              <a:rPr sz="2025" b="0">
                <a:solidFill>
                  <a:srgbClr val="547B98"/>
                </a:solidFill>
                <a:latin typeface="Noto Sans"/>
                <a:ea typeface="Noto Sans"/>
                <a:cs typeface="Noto Sans"/>
              </a:rPr>
              <a:t>• Azure + Cloudflare HTTPS байршуулалт</a:t>
            </a:r>
          </a:p>
        </p:txBody>
      </p:sp>
      <p:sp>
        <p:nvSpPr>
          <p:cNvPr id="4" name="TextBox 4">
            <a:extLst xmlns:a="http://schemas.openxmlformats.org/drawingml/2006/main">
              <a:ext uri="{FF2B5EF4-FFF2-40B4-BE49-F238E27FC236}">
                <a16:creationId xmlns:a16="http://schemas.microsoft.com/office/drawing/2014/main" id="{B75D8255-3EAA-45CF-A9A2-35245BBE7B48}"/>
              </a:ext>
            </a:extLst>
          </p:cNvPr>
          <p:cNvSpPr>
            <a:spLocks xmlns:a="http://schemas.openxmlformats.org/drawingml/2006/main" noGrp="1"/>
          </p:cNvSpPr>
          <p:nvPr/>
        </p:nvSpPr>
        <p:spPr>
          <a:xfrm xmlns:a="http://schemas.openxmlformats.org/drawingml/2006/main" rot="0">
            <a:off x="9239250" y="2428875"/>
            <a:ext cx="6858000" cy="54292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6000"/>
              </a:lnSpc>
              <a:buNone/>
              <a:defRPr sz="1875" b="0">
                <a:solidFill>
                  <a:srgbClr val="547B98"/>
                </a:solidFill>
                <a:latin typeface="Noto Sans"/>
                <a:ea typeface="Noto Sans"/>
                <a:cs typeface="Noto Sans"/>
              </a:defRPr>
            </a:pPr>
            <a:r>
              <a:rPr sz="1875" b="0">
                <a:solidFill>
                  <a:srgbClr val="547B98"/>
                </a:solidFill>
                <a:latin typeface="Noto Sans"/>
                <a:ea typeface="Noto Sans"/>
                <a:cs typeface="Noto Sans"/>
              </a:rPr>
              <a:t>ШИЙДСЭН АСУУДЛУУД</a:t>
            </a:r>
          </a:p>
          <a:p xmlns:a="http://schemas.openxmlformats.org/drawingml/2006/main">
            <a:pPr algn="ctr">
              <a:lnSpc>
                <a:spcPts val="4478"/>
              </a:lnSpc>
              <a:buNone/>
            </a:pPr>
            <a:r>
              <a:rPr sz="3199">
                <a:solidFill>
                  <a:srgbClr val="3A5F7D"/>
                </a:solidFill>
                <a:latin typeface="Work Sans"/>
                <a:ea typeface="Work Sans"/>
                <a:cs typeface="Work Sans"/>
              </a:rPr>
              <a:t/>
            </a:r>
          </a:p>
          <a:p xmlns:a="http://schemas.openxmlformats.org/drawingml/2006/main">
            <a:pPr algn="l">
              <a:lnSpc>
                <a:spcPct val="106000"/>
              </a:lnSpc>
              <a:buNone/>
              <a:defRPr sz="1875" b="0">
                <a:solidFill>
                  <a:srgbClr val="547B98"/>
                </a:solidFill>
                <a:latin typeface="Noto Sans"/>
                <a:ea typeface="Noto Sans"/>
                <a:cs typeface="Noto Sans"/>
              </a:defRPr>
            </a:pPr>
            <a:r>
              <a:rPr sz="1875" b="0">
                <a:solidFill>
                  <a:srgbClr val="547B98"/>
                </a:solidFill>
                <a:latin typeface="Noto Sans"/>
                <a:ea typeface="Noto Sans"/>
                <a:cs typeface="Noto Sans"/>
              </a:rPr>
              <a:t>• Кирилл баримт, латин асуултын threshold</a:t>
            </a:r>
          </a:p>
          <a:p xmlns:a="http://schemas.openxmlformats.org/drawingml/2006/main">
            <a:pPr algn="l">
              <a:lnSpc>
                <a:spcPct val="106000"/>
              </a:lnSpc>
              <a:buNone/>
              <a:defRPr sz="1875" b="0">
                <a:solidFill>
                  <a:srgbClr val="547B98"/>
                </a:solidFill>
                <a:latin typeface="Noto Sans"/>
                <a:ea typeface="Noto Sans"/>
                <a:cs typeface="Noto Sans"/>
              </a:defRPr>
            </a:pPr>
            <a:r>
              <a:rPr sz="1875" b="0">
                <a:solidFill>
                  <a:srgbClr val="547B98"/>
                </a:solidFill>
                <a:latin typeface="Noto Sans"/>
                <a:ea typeface="Noto Sans"/>
                <a:cs typeface="Noto Sans"/>
              </a:rPr>
              <a:t>• Gemini 429 квотод завсарлагатай дахин оролдлого</a:t>
            </a:r>
          </a:p>
          <a:p xmlns:a="http://schemas.openxmlformats.org/drawingml/2006/main">
            <a:pPr algn="l">
              <a:lnSpc>
                <a:spcPct val="106000"/>
              </a:lnSpc>
              <a:buNone/>
              <a:defRPr sz="1875" b="0">
                <a:solidFill>
                  <a:srgbClr val="547B98"/>
                </a:solidFill>
                <a:latin typeface="Noto Sans"/>
                <a:ea typeface="Noto Sans"/>
                <a:cs typeface="Noto Sans"/>
              </a:defRPr>
            </a:pPr>
            <a:r>
              <a:rPr sz="1875" b="0">
                <a:solidFill>
                  <a:srgbClr val="547B98"/>
                </a:solidFill>
                <a:latin typeface="Noto Sans"/>
                <a:ea typeface="Noto Sans"/>
                <a:cs typeface="Noto Sans"/>
              </a:rPr>
              <a:t>• Mobile boot loop ба API хаягийн сонголт</a:t>
            </a:r>
          </a:p>
          <a:p xmlns:a="http://schemas.openxmlformats.org/drawingml/2006/main">
            <a:pPr algn="l">
              <a:lnSpc>
                <a:spcPct val="106000"/>
              </a:lnSpc>
              <a:buNone/>
              <a:defRPr sz="1875" b="0">
                <a:solidFill>
                  <a:srgbClr val="547B98"/>
                </a:solidFill>
                <a:latin typeface="Noto Sans"/>
                <a:ea typeface="Noto Sans"/>
                <a:cs typeface="Noto Sans"/>
              </a:defRPr>
            </a:pPr>
            <a:r>
              <a:rPr sz="1875" b="0">
                <a:solidFill>
                  <a:srgbClr val="547B98"/>
                </a:solidFill>
                <a:latin typeface="Noto Sans"/>
                <a:ea typeface="Noto Sans"/>
                <a:cs typeface="Noto Sans"/>
              </a:rPr>
              <a:t>• Шинэ хувилбарын drain, backup, rollback</a:t>
            </a:r>
          </a:p>
          <a:p xmlns:a="http://schemas.openxmlformats.org/drawingml/2006/main">
            <a:pPr algn="ctr">
              <a:lnSpc>
                <a:spcPts val="4478"/>
              </a:lnSpc>
              <a:buNone/>
            </a:pPr>
            <a:r>
              <a:rPr sz="3199">
                <a:solidFill>
                  <a:srgbClr val="3A5F7D"/>
                </a:solidFill>
                <a:latin typeface="Work Sans"/>
                <a:ea typeface="Work Sans"/>
                <a:cs typeface="Work Sans"/>
              </a:rPr>
              <a:t/>
            </a:r>
          </a:p>
          <a:p xmlns:a="http://schemas.openxmlformats.org/drawingml/2006/main">
            <a:pPr algn="l">
              <a:lnSpc>
                <a:spcPct val="106000"/>
              </a:lnSpc>
              <a:buNone/>
              <a:defRPr sz="1875" b="0">
                <a:solidFill>
                  <a:srgbClr val="547B98"/>
                </a:solidFill>
                <a:latin typeface="Noto Sans"/>
                <a:ea typeface="Noto Sans"/>
                <a:cs typeface="Noto Sans"/>
              </a:defRPr>
            </a:pPr>
            <a:r>
              <a:rPr sz="1875" b="0">
                <a:solidFill>
                  <a:srgbClr val="547B98"/>
                </a:solidFill>
                <a:latin typeface="Noto Sans"/>
                <a:ea typeface="Noto Sans"/>
                <a:cs typeface="Noto Sans"/>
              </a:rPr>
              <a:t>Хязгаарлалт: mobile UI болон анхны cold start-ыг сайжруулах шаардлагатай.</a:t>
            </a:r>
          </a:p>
        </p:txBody>
      </p:sp>
      <p:sp>
        <p:nvSpPr>
          <p:cNvPr id="5" name="AutoShape 5">
            <a:extLst xmlns:a="http://schemas.openxmlformats.org/drawingml/2006/main">
              <a:ext uri="{FF2B5EF4-FFF2-40B4-BE49-F238E27FC236}">
                <a16:creationId xmlns:a16="http://schemas.microsoft.com/office/drawing/2014/main" id="{E43E0F5D-76F8-4987-AE00-BBED40B9871C}"/>
              </a:ext>
            </a:extLst>
          </p:cNvPr>
          <p:cNvSpPr>
            <a:spLocks xmlns:a="http://schemas.openxmlformats.org/drawingml/2006/main" noGrp="1"/>
          </p:cNvSpPr>
          <p:nvPr/>
        </p:nvSpPr>
        <p:spPr>
          <a:xfrm xmlns:a="http://schemas.openxmlformats.org/drawingml/2006/main" flipV="1">
            <a:off x="4856815" y="9014424"/>
            <a:ext cx="11217005" cy="9525"/>
          </a:xfrm>
          <a:prstGeom xmlns:a="http://schemas.openxmlformats.org/drawingml/2006/main" prst="line">
            <a:avLst/>
          </a:prstGeom>
          <a:ln xmlns:a="http://schemas.openxmlformats.org/drawingml/2006/main" w="19050">
            <a:solidFill>
              <a:srgbClr val="3A5F7D"/>
            </a:solidFill>
            <a:prstDash val="solid"/>
            <a:headEnd type="none" w="sm" len="sm"/>
            <a:tailEnd type="none" w="sm" len="sm"/>
          </a:ln>
        </p:spPr>
      </p:sp>
      <p:sp>
        <p:nvSpPr>
          <p:cNvPr id="6" name="TextBox 6">
            <a:extLst xmlns:a="http://schemas.openxmlformats.org/drawingml/2006/main">
              <a:ext uri="{FF2B5EF4-FFF2-40B4-BE49-F238E27FC236}">
                <a16:creationId xmlns:a16="http://schemas.microsoft.com/office/drawing/2014/main" id="{6FB55A9A-383F-41EC-A866-DBD9D488477D}"/>
              </a:ext>
            </a:extLst>
          </p:cNvPr>
          <p:cNvSpPr>
            <a:spLocks xmlns:a="http://schemas.openxmlformats.org/drawingml/2006/main" noGrp="1"/>
          </p:cNvSpPr>
          <p:nvPr/>
        </p:nvSpPr>
        <p:spPr>
          <a:xfrm xmlns:a="http://schemas.openxmlformats.org/drawingml/2006/main" rot="0">
            <a:off x="1338263" y="8769956"/>
            <a:ext cx="3470928" cy="13335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1050" b="0">
                <a:solidFill>
                  <a:srgbClr val="6F91AA"/>
                </a:solidFill>
                <a:latin typeface="Noto Sans"/>
                <a:ea typeface="Noto Sans"/>
                <a:cs typeface="Noto Sans"/>
              </a:defRPr>
            </a:pPr>
            <a:r>
              <a:rPr sz="1050" b="0" i="1">
                <a:solidFill>
                  <a:srgbClr val="6F91AA"/>
                </a:solidFill>
                <a:latin typeface="Noto Sans"/>
                <a:ea typeface="Noto Sans"/>
                <a:cs typeface="Noto Sans"/>
              </a:rPr>
              <a:t>CALLPRO LABS  •  ҮЙЛДВЭРЛЭЛИЙН ДАДЛАГА</a:t>
            </a:r>
          </a:p>
        </p:txBody>
      </p:sp>
      <p:sp>
        <p:nvSpPr>
          <p:cNvPr id="7" name="Freeform 7">
            <a:extLst xmlns:a="http://schemas.openxmlformats.org/drawingml/2006/main">
              <a:ext uri="{FF2B5EF4-FFF2-40B4-BE49-F238E27FC236}">
                <a16:creationId xmlns:a16="http://schemas.microsoft.com/office/drawing/2014/main" id="{0533A2E9-5A0A-4684-871E-9FE153632289}"/>
              </a:ext>
            </a:extLst>
          </p:cNvPr>
          <p:cNvSpPr>
            <a:spLocks xmlns:a="http://schemas.openxmlformats.org/drawingml/2006/main" noGrp="1"/>
          </p:cNvSpPr>
          <p:nvPr/>
        </p:nvSpPr>
        <p:spPr>
          <a:xfrm xmlns:a="http://schemas.openxmlformats.org/drawingml/2006/main" rot="0" flipH="1" flipV="0">
            <a:off x="16403986" y="7805142"/>
            <a:ext cx="2756130" cy="2807170"/>
          </a:xfrm>
          <a:custGeom xmlns:a="http://schemas.openxmlformats.org/drawingml/2006/main">
            <a:rect l="l" t="t" r="r" b="b"/>
            <a:pathLst>
              <a:path w="2756130" h="2807170">
                <a:moveTo>
                  <a:pt x="2756131" y="0"/>
                </a:moveTo>
                <a:lnTo>
                  <a:pt x="0" y="0"/>
                </a:lnTo>
                <a:lnTo>
                  <a:pt x="0" y="2807170"/>
                </a:lnTo>
                <a:lnTo>
                  <a:pt x="2756131" y="2807170"/>
                </a:lnTo>
                <a:lnTo>
                  <a:pt x="2756131" y="0"/>
                </a:lnTo>
                <a:close/>
              </a:path>
            </a:pathLst>
          </a:custGeom>
          <a:blipFill xmlns:a="http://schemas.openxmlformats.org/drawingml/2006/main">
            <a:blip xmlns:r="http://schemas.openxmlformats.org/officeDocument/2006/relationships" r:embed="Rb62bfcb873c34eaf">
              <a:extLst>
                <a:ext uri="{96DAC541-7B7A-43D3-8B79-37D633B846F1}">
                  <asvg:svgBlip xmlns:asvg="http://schemas.microsoft.com/office/drawing/2016/SVG/main" r:embed="R178b83504ec04493"/>
                </a:ext>
              </a:extLst>
            </a:blip>
            <a:stretch>
              <a:fillRect l="0" t="0" r="0" b="0"/>
            </a:stretch>
          </a:blipFill>
        </p:spPr>
      </p:sp>
      <p:sp>
        <p:nvSpPr>
          <p:cNvPr id="8" name="TextBox 8">
            <a:extLst xmlns:a="http://schemas.openxmlformats.org/drawingml/2006/main">
              <a:ext uri="{FF2B5EF4-FFF2-40B4-BE49-F238E27FC236}">
                <a16:creationId xmlns:a16="http://schemas.microsoft.com/office/drawing/2014/main" id="{8928658D-BDC5-4FC1-8CB8-67DDDE404A25}"/>
              </a:ext>
            </a:extLst>
          </p:cNvPr>
          <p:cNvSpPr>
            <a:spLocks xmlns:a="http://schemas.openxmlformats.org/drawingml/2006/main" noGrp="1"/>
          </p:cNvSpPr>
          <p:nvPr/>
        </p:nvSpPr>
        <p:spPr>
          <a:xfrm xmlns:a="http://schemas.openxmlformats.org/drawingml/2006/main" rot="0">
            <a:off x="16225283" y="8668356"/>
            <a:ext cx="724455" cy="55118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200" b="1">
                <a:solidFill>
                  <a:srgbClr val="315C7D"/>
                </a:solidFill>
                <a:latin typeface="Noto Sans"/>
                <a:ea typeface="Noto Sans"/>
                <a:cs typeface="Noto Sans"/>
              </a:defRPr>
            </a:pPr>
            <a:r>
              <a:rPr sz="1200" b="1">
                <a:solidFill>
                  <a:srgbClr val="315C7D"/>
                </a:solidFill>
                <a:latin typeface="Noto Sans"/>
                <a:ea typeface="Noto Sans"/>
                <a:cs typeface="Noto Sans"/>
              </a:rPr>
              <a:t>07</a:t>
            </a:r>
          </a:p>
        </p:txBody>
      </p:sp>
      <p:sp>
        <p:nvSpPr>
          <p:cNvPr id="9" name="Freeform 9">
            <a:extLst xmlns:a="http://schemas.openxmlformats.org/drawingml/2006/main">
              <a:ext uri="{FF2B5EF4-FFF2-40B4-BE49-F238E27FC236}">
                <a16:creationId xmlns:a16="http://schemas.microsoft.com/office/drawing/2014/main" id="{A19769A0-0B42-43FB-AD12-647A231C4434}"/>
              </a:ext>
            </a:extLst>
          </p:cNvPr>
          <p:cNvSpPr>
            <a:spLocks xmlns:a="http://schemas.openxmlformats.org/drawingml/2006/main" noGrp="1"/>
          </p:cNvSpPr>
          <p:nvPr/>
        </p:nvSpPr>
        <p:spPr>
          <a:xfrm xmlns:a="http://schemas.openxmlformats.org/drawingml/2006/main" rot="0" flipH="0" flipV="1">
            <a:off x="-130161" y="-149248"/>
            <a:ext cx="2017079" cy="2390934"/>
          </a:xfrm>
          <a:custGeom xmlns:a="http://schemas.openxmlformats.org/drawingml/2006/main">
            <a:rect l="l" t="t" r="r" b="b"/>
            <a:pathLst>
              <a:path w="2017079" h="2390934">
                <a:moveTo>
                  <a:pt x="0" y="2390934"/>
                </a:moveTo>
                <a:lnTo>
                  <a:pt x="2017078" y="2390934"/>
                </a:lnTo>
                <a:lnTo>
                  <a:pt x="2017078" y="0"/>
                </a:lnTo>
                <a:lnTo>
                  <a:pt x="0" y="0"/>
                </a:lnTo>
                <a:lnTo>
                  <a:pt x="0" y="2390934"/>
                </a:lnTo>
                <a:close/>
              </a:path>
            </a:pathLst>
          </a:custGeom>
          <a:blipFill xmlns:a="http://schemas.openxmlformats.org/drawingml/2006/main">
            <a:blip xmlns:r="http://schemas.openxmlformats.org/officeDocument/2006/relationships" r:embed="Rb2ecdd895ffe4198">
              <a:extLst>
                <a:ext uri="{96DAC541-7B7A-43D3-8B79-37D633B846F1}">
                  <asvg:svgBlip xmlns:asvg="http://schemas.microsoft.com/office/drawing/2016/SVG/main" r:embed="Rf055a537c45d4991"/>
                </a:ext>
              </a:extLst>
            </a:blip>
            <a:stretch>
              <a:fillRect l="0" t="0" r="0" b="0"/>
            </a:stretch>
          </a:blipFill>
        </p:spPr>
      </p:sp>
    </p:spTree>
    <p:extLst>
      <p:ext uri="{BB962C8B-B14F-4D97-AF65-F5344CB8AC3E}">
        <p14:creationId xmlns:p14="http://schemas.microsoft.com/office/powerpoint/2010/main" val="673825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Box 2">
            <a:extLst xmlns:a="http://schemas.openxmlformats.org/drawingml/2006/main">
              <a:ext uri="{FF2B5EF4-FFF2-40B4-BE49-F238E27FC236}">
                <a16:creationId xmlns:a16="http://schemas.microsoft.com/office/drawing/2014/main" id="{B121237E-3B89-4553-9F42-8F4384FF697C}"/>
              </a:ext>
            </a:extLst>
          </p:cNvPr>
          <p:cNvSpPr>
            <a:spLocks xmlns:a="http://schemas.openxmlformats.org/drawingml/2006/main" noGrp="1"/>
          </p:cNvSpPr>
          <p:nvPr/>
        </p:nvSpPr>
        <p:spPr>
          <a:xfrm xmlns:a="http://schemas.openxmlformats.org/drawingml/2006/main" rot="0">
            <a:off x="5048250" y="2381250"/>
            <a:ext cx="8191500" cy="952500"/>
          </a:xfrm>
          <a:prstGeom xmlns:a="http://schemas.openxmlformats.org/drawingml/2006/main" prst="rect">
            <a:avLst/>
          </a:prstGeom>
        </p:spPr>
        <p:txBody>
          <a:bodyPr xmlns:a="http://schemas.openxmlformats.org/drawingml/2006/main" lIns="0" tIns="0" rIns="0" bIns="0" anchor="ctr">
            <a:normAutofit fontScale="10000"/>
          </a:bodyPr>
          <a:lstStyle xmlns:a="http://schemas.openxmlformats.org/drawingml/2006/main"/>
          <a:p xmlns:a="http://schemas.openxmlformats.org/drawingml/2006/main">
            <a:pPr algn="ctr">
              <a:lnSpc>
                <a:spcPct val="108000"/>
              </a:lnSpc>
              <a:buNone/>
              <a:defRPr sz="4350" b="1">
                <a:solidFill>
                  <a:srgbClr val="315C7D"/>
                </a:solidFill>
                <a:latin typeface="Noto Sans"/>
                <a:ea typeface="Noto Sans"/>
                <a:cs typeface="Noto Sans"/>
              </a:defRPr>
            </a:pPr>
            <a:r>
              <a:rPr sz="4350" b="1">
                <a:solidFill>
                  <a:srgbClr val="315C7D"/>
                </a:solidFill>
                <a:latin typeface="Noto Sans"/>
                <a:ea typeface="Noto Sans"/>
                <a:cs typeface="Noto Sans"/>
              </a:rPr>
              <a:t>ДҮГНЭЛТ</a:t>
            </a:r>
          </a:p>
        </p:txBody>
      </p:sp>
      <p:sp>
        <p:nvSpPr>
          <p:cNvPr id="3" name="Freeform 3">
            <a:extLst xmlns:a="http://schemas.openxmlformats.org/drawingml/2006/main">
              <a:ext uri="{FF2B5EF4-FFF2-40B4-BE49-F238E27FC236}">
                <a16:creationId xmlns:a16="http://schemas.microsoft.com/office/drawing/2014/main" id="{7D8B61A2-588D-4834-B968-A4AD3C934FE0}"/>
              </a:ext>
            </a:extLst>
          </p:cNvPr>
          <p:cNvSpPr>
            <a:spLocks xmlns:a="http://schemas.openxmlformats.org/drawingml/2006/main" noGrp="1"/>
          </p:cNvSpPr>
          <p:nvPr/>
        </p:nvSpPr>
        <p:spPr>
          <a:xfrm xmlns:a="http://schemas.openxmlformats.org/drawingml/2006/main" rot="0" flipH="1" flipV="0">
            <a:off x="16287443" y="7592438"/>
            <a:ext cx="2686140" cy="3184002"/>
          </a:xfrm>
          <a:custGeom xmlns:a="http://schemas.openxmlformats.org/drawingml/2006/main">
            <a:rect l="l" t="t" r="r" b="b"/>
            <a:pathLst>
              <a:path w="2686140" h="3184002">
                <a:moveTo>
                  <a:pt x="2686139" y="0"/>
                </a:moveTo>
                <a:lnTo>
                  <a:pt x="0" y="0"/>
                </a:lnTo>
                <a:lnTo>
                  <a:pt x="0" y="3184002"/>
                </a:lnTo>
                <a:lnTo>
                  <a:pt x="2686139" y="3184002"/>
                </a:lnTo>
                <a:lnTo>
                  <a:pt x="2686139" y="0"/>
                </a:lnTo>
                <a:close/>
              </a:path>
            </a:pathLst>
          </a:custGeom>
          <a:blipFill xmlns:a="http://schemas.openxmlformats.org/drawingml/2006/main">
            <a:blip xmlns:r="http://schemas.openxmlformats.org/officeDocument/2006/relationships" r:embed="R947c6a8a92624dfa">
              <a:extLst>
                <a:ext uri="{96DAC541-7B7A-43D3-8B79-37D633B846F1}">
                  <asvg:svgBlip xmlns:asvg="http://schemas.microsoft.com/office/drawing/2016/SVG/main" r:embed="Rdb429c40358449b1"/>
                </a:ext>
              </a:extLst>
            </a:blip>
            <a:stretch>
              <a:fillRect l="0" t="0" r="0" b="0"/>
            </a:stretch>
          </a:blipFill>
        </p:spPr>
      </p:sp>
      <p:sp>
        <p:nvSpPr>
          <p:cNvPr id="4" name="Freeform 4">
            <a:extLst xmlns:a="http://schemas.openxmlformats.org/drawingml/2006/main">
              <a:ext uri="{FF2B5EF4-FFF2-40B4-BE49-F238E27FC236}">
                <a16:creationId xmlns:a16="http://schemas.microsoft.com/office/drawing/2014/main" id="{21B2D621-0CB0-4EE8-816D-D5815C7842EE}"/>
              </a:ext>
            </a:extLst>
          </p:cNvPr>
          <p:cNvSpPr>
            <a:spLocks xmlns:a="http://schemas.openxmlformats.org/drawingml/2006/main" noGrp="1"/>
          </p:cNvSpPr>
          <p:nvPr/>
        </p:nvSpPr>
        <p:spPr>
          <a:xfrm xmlns:a="http://schemas.openxmlformats.org/drawingml/2006/main" rot="0" flipH="1" flipV="0">
            <a:off x="16287443" y="7422745"/>
            <a:ext cx="815830" cy="830937"/>
          </a:xfrm>
          <a:custGeom xmlns:a="http://schemas.openxmlformats.org/drawingml/2006/main">
            <a:rect l="l" t="t" r="r" b="b"/>
            <a:pathLst>
              <a:path w="815830" h="830937">
                <a:moveTo>
                  <a:pt x="815829" y="0"/>
                </a:moveTo>
                <a:lnTo>
                  <a:pt x="0" y="0"/>
                </a:lnTo>
                <a:lnTo>
                  <a:pt x="0" y="830938"/>
                </a:lnTo>
                <a:lnTo>
                  <a:pt x="815829" y="830938"/>
                </a:lnTo>
                <a:lnTo>
                  <a:pt x="815829" y="0"/>
                </a:lnTo>
                <a:close/>
              </a:path>
            </a:pathLst>
          </a:custGeom>
          <a:blipFill xmlns:a="http://schemas.openxmlformats.org/drawingml/2006/main">
            <a:blip xmlns:r="http://schemas.openxmlformats.org/officeDocument/2006/relationships" r:embed="R990b50b1e4454dab">
              <a:extLst>
                <a:ext uri="{96DAC541-7B7A-43D3-8B79-37D633B846F1}">
                  <asvg:svgBlip xmlns:asvg="http://schemas.microsoft.com/office/drawing/2016/SVG/main" r:embed="R39d34c7fe9244e92"/>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98CFBDAE-2040-4A74-8FB7-B2F89839933E}"/>
              </a:ext>
            </a:extLst>
          </p:cNvPr>
          <p:cNvSpPr>
            <a:spLocks xmlns:a="http://schemas.openxmlformats.org/drawingml/2006/main" noGrp="1"/>
          </p:cNvSpPr>
          <p:nvPr/>
        </p:nvSpPr>
        <p:spPr>
          <a:xfrm xmlns:a="http://schemas.openxmlformats.org/drawingml/2006/main" rot="0" flipH="0" flipV="1">
            <a:off x="-777144" y="-707936"/>
            <a:ext cx="4169756" cy="2519853"/>
          </a:xfrm>
          <a:custGeom xmlns:a="http://schemas.openxmlformats.org/drawingml/2006/main">
            <a:rect l="l" t="t" r="r" b="b"/>
            <a:pathLst>
              <a:path w="4169756" h="2519853">
                <a:moveTo>
                  <a:pt x="0" y="2519853"/>
                </a:moveTo>
                <a:lnTo>
                  <a:pt x="4169757" y="2519853"/>
                </a:lnTo>
                <a:lnTo>
                  <a:pt x="4169757" y="0"/>
                </a:lnTo>
                <a:lnTo>
                  <a:pt x="0" y="0"/>
                </a:lnTo>
                <a:lnTo>
                  <a:pt x="0" y="2519853"/>
                </a:lnTo>
                <a:close/>
              </a:path>
            </a:pathLst>
          </a:custGeom>
          <a:blipFill xmlns:a="http://schemas.openxmlformats.org/drawingml/2006/main">
            <a:blip xmlns:r="http://schemas.openxmlformats.org/officeDocument/2006/relationships" r:embed="Raf24faea7e4f4d86">
              <a:extLst>
                <a:ext uri="{96DAC541-7B7A-43D3-8B79-37D633B846F1}">
                  <asvg:svgBlip xmlns:asvg="http://schemas.microsoft.com/office/drawing/2016/SVG/main" r:embed="R930200048d9d4466"/>
                </a:ext>
              </a:extLst>
            </a:blip>
            <a:stretch>
              <a:fillRect l="0" t="0" r="0" b="0"/>
            </a:stretch>
          </a:blipFill>
        </p:spPr>
      </p:sp>
      <p:sp>
        <p:nvSpPr>
          <p:cNvPr id="6" name="Freeform 6">
            <a:extLst xmlns:a="http://schemas.openxmlformats.org/drawingml/2006/main">
              <a:ext uri="{FF2B5EF4-FFF2-40B4-BE49-F238E27FC236}">
                <a16:creationId xmlns:a16="http://schemas.microsoft.com/office/drawing/2014/main" id="{FF47501B-8F76-438F-9B8E-EECE569D67E9}"/>
              </a:ext>
            </a:extLst>
          </p:cNvPr>
          <p:cNvSpPr>
            <a:spLocks xmlns:a="http://schemas.openxmlformats.org/drawingml/2006/main" noGrp="1"/>
          </p:cNvSpPr>
          <p:nvPr/>
        </p:nvSpPr>
        <p:spPr>
          <a:xfrm xmlns:a="http://schemas.openxmlformats.org/drawingml/2006/main" rot="0" flipH="1" flipV="1">
            <a:off x="14895387" y="-707936"/>
            <a:ext cx="4169756" cy="2519853"/>
          </a:xfrm>
          <a:custGeom xmlns:a="http://schemas.openxmlformats.org/drawingml/2006/main">
            <a:rect l="l" t="t" r="r" b="b"/>
            <a:pathLst>
              <a:path w="4169756" h="2519853">
                <a:moveTo>
                  <a:pt x="4169757" y="2519853"/>
                </a:moveTo>
                <a:lnTo>
                  <a:pt x="0" y="2519853"/>
                </a:lnTo>
                <a:lnTo>
                  <a:pt x="0" y="0"/>
                </a:lnTo>
                <a:lnTo>
                  <a:pt x="4169757" y="0"/>
                </a:lnTo>
                <a:lnTo>
                  <a:pt x="4169757" y="2519853"/>
                </a:lnTo>
                <a:close/>
              </a:path>
            </a:pathLst>
          </a:custGeom>
          <a:blipFill xmlns:a="http://schemas.openxmlformats.org/drawingml/2006/main">
            <a:blip xmlns:r="http://schemas.openxmlformats.org/officeDocument/2006/relationships" r:embed="Raf24faea7e4f4d86">
              <a:extLst>
                <a:ext uri="{96DAC541-7B7A-43D3-8B79-37D633B846F1}">
                  <asvg:svgBlip xmlns:asvg="http://schemas.microsoft.com/office/drawing/2016/SVG/main" r:embed="R930200048d9d4466"/>
                </a:ext>
              </a:extLst>
            </a:blip>
            <a:stretch>
              <a:fillRect l="0" t="0" r="0" b="0"/>
            </a:stretch>
          </a:blipFill>
        </p:spPr>
      </p:sp>
      <p:sp>
        <p:nvSpPr>
          <p:cNvPr id="7" name="Freeform 7">
            <a:extLst xmlns:a="http://schemas.openxmlformats.org/drawingml/2006/main">
              <a:ext uri="{FF2B5EF4-FFF2-40B4-BE49-F238E27FC236}">
                <a16:creationId xmlns:a16="http://schemas.microsoft.com/office/drawing/2014/main" id="{A12E3800-EDA7-4AA6-B542-42609C41A253}"/>
              </a:ext>
            </a:extLst>
          </p:cNvPr>
          <p:cNvSpPr>
            <a:spLocks xmlns:a="http://schemas.openxmlformats.org/drawingml/2006/main" noGrp="1"/>
          </p:cNvSpPr>
          <p:nvPr/>
        </p:nvSpPr>
        <p:spPr>
          <a:xfrm xmlns:a="http://schemas.openxmlformats.org/drawingml/2006/main" rot="0" flipH="0" flipV="0">
            <a:off x="-690032" y="7429442"/>
            <a:ext cx="2686140" cy="3184002"/>
          </a:xfrm>
          <a:custGeom xmlns:a="http://schemas.openxmlformats.org/drawingml/2006/main">
            <a:rect l="l" t="t" r="r" b="b"/>
            <a:pathLst>
              <a:path w="2686140" h="3184002">
                <a:moveTo>
                  <a:pt x="0" y="0"/>
                </a:moveTo>
                <a:lnTo>
                  <a:pt x="2686139" y="0"/>
                </a:lnTo>
                <a:lnTo>
                  <a:pt x="2686139" y="3184002"/>
                </a:lnTo>
                <a:lnTo>
                  <a:pt x="0" y="3184002"/>
                </a:lnTo>
                <a:lnTo>
                  <a:pt x="0" y="0"/>
                </a:lnTo>
                <a:close/>
              </a:path>
            </a:pathLst>
          </a:custGeom>
          <a:blipFill xmlns:a="http://schemas.openxmlformats.org/drawingml/2006/main">
            <a:blip xmlns:r="http://schemas.openxmlformats.org/officeDocument/2006/relationships" r:embed="R947c6a8a92624dfa">
              <a:extLst>
                <a:ext uri="{96DAC541-7B7A-43D3-8B79-37D633B846F1}">
                  <asvg:svgBlip xmlns:asvg="http://schemas.microsoft.com/office/drawing/2016/SVG/main" r:embed="Rdb429c40358449b1"/>
                </a:ext>
              </a:extLst>
            </a:blip>
            <a:stretch>
              <a:fillRect l="0" t="0" r="0" b="0"/>
            </a:stretch>
          </a:blipFill>
        </p:spPr>
      </p:sp>
      <p:sp>
        <p:nvSpPr>
          <p:cNvPr id="8" name="Freeform 8">
            <a:extLst xmlns:a="http://schemas.openxmlformats.org/drawingml/2006/main">
              <a:ext uri="{FF2B5EF4-FFF2-40B4-BE49-F238E27FC236}">
                <a16:creationId xmlns:a16="http://schemas.microsoft.com/office/drawing/2014/main" id="{34D9CFA4-517D-4C07-BEB3-EA0BDAB44749}"/>
              </a:ext>
            </a:extLst>
          </p:cNvPr>
          <p:cNvSpPr>
            <a:spLocks xmlns:a="http://schemas.openxmlformats.org/drawingml/2006/main" noGrp="1"/>
          </p:cNvSpPr>
          <p:nvPr/>
        </p:nvSpPr>
        <p:spPr>
          <a:xfrm xmlns:a="http://schemas.openxmlformats.org/drawingml/2006/main" rot="0" flipH="0" flipV="0">
            <a:off x="941701" y="7274722"/>
            <a:ext cx="815830" cy="830937"/>
          </a:xfrm>
          <a:custGeom xmlns:a="http://schemas.openxmlformats.org/drawingml/2006/main">
            <a:rect l="l" t="t" r="r" b="b"/>
            <a:pathLst>
              <a:path w="815830" h="830937">
                <a:moveTo>
                  <a:pt x="0" y="0"/>
                </a:moveTo>
                <a:lnTo>
                  <a:pt x="815830" y="0"/>
                </a:lnTo>
                <a:lnTo>
                  <a:pt x="815830" y="830937"/>
                </a:lnTo>
                <a:lnTo>
                  <a:pt x="0" y="830937"/>
                </a:lnTo>
                <a:lnTo>
                  <a:pt x="0" y="0"/>
                </a:lnTo>
                <a:close/>
              </a:path>
            </a:pathLst>
          </a:custGeom>
          <a:blipFill xmlns:a="http://schemas.openxmlformats.org/drawingml/2006/main">
            <a:blip xmlns:r="http://schemas.openxmlformats.org/officeDocument/2006/relationships" r:embed="R990b50b1e4454dab">
              <a:extLst>
                <a:ext uri="{96DAC541-7B7A-43D3-8B79-37D633B846F1}">
                  <asvg:svgBlip xmlns:asvg="http://schemas.microsoft.com/office/drawing/2016/SVG/main" r:embed="R39d34c7fe9244e92"/>
                </a:ext>
              </a:extLst>
            </a:blip>
            <a:stretch>
              <a:fillRect l="0" t="0" r="0" b="0"/>
            </a:stretch>
          </a:blipFill>
        </p:spPr>
      </p:sp>
      <p:sp>
        <p:nvSpPr>
          <p:cNvPr id="9" name="TextBox 9">
            <a:extLst xmlns:a="http://schemas.openxmlformats.org/drawingml/2006/main">
              <a:ext uri="{FF2B5EF4-FFF2-40B4-BE49-F238E27FC236}">
                <a16:creationId xmlns:a16="http://schemas.microsoft.com/office/drawing/2014/main" id="{FC6A0194-7BFE-47A1-B6F4-E052D71A8BA5}"/>
              </a:ext>
            </a:extLst>
          </p:cNvPr>
          <p:cNvSpPr>
            <a:spLocks xmlns:a="http://schemas.openxmlformats.org/drawingml/2006/main" noGrp="1"/>
          </p:cNvSpPr>
          <p:nvPr/>
        </p:nvSpPr>
        <p:spPr>
          <a:xfrm xmlns:a="http://schemas.openxmlformats.org/drawingml/2006/main" rot="0">
            <a:off x="7309136" y="1318373"/>
            <a:ext cx="3669727" cy="8890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275" b="0">
                <a:solidFill>
                  <a:srgbClr val="6F91AA"/>
                </a:solidFill>
                <a:latin typeface="Noto Sans"/>
                <a:ea typeface="Noto Sans"/>
                <a:cs typeface="Noto Sans"/>
              </a:defRPr>
            </a:pPr>
            <a:r>
              <a:rPr sz="1275" b="0" i="1">
                <a:solidFill>
                  <a:srgbClr val="6F91AA"/>
                </a:solidFill>
                <a:latin typeface="Noto Sans"/>
                <a:ea typeface="Noto Sans"/>
                <a:cs typeface="Noto Sans"/>
              </a:rPr>
              <a:t>АНХААРАЛ ХАНДУУЛСАНД БАЯРЛАЛАА</a:t>
            </a:r>
          </a:p>
        </p:txBody>
      </p:sp>
      <p:sp>
        <p:nvSpPr>
          <p:cNvPr id="10" name="">
            <a:extLst xmlns:a="http://schemas.openxmlformats.org/drawingml/2006/main">
              <a:ext uri="{FF2B5EF4-FFF2-40B4-BE49-F238E27FC236}">
                <a16:creationId xmlns:a16="http://schemas.microsoft.com/office/drawing/2014/main" id="{00BDFAC6-A198-4553-BA2E-6344EE6C2CA5}"/>
              </a:ext>
            </a:extLst>
          </p:cNvPr>
          <p:cNvSpPr>
            <a:spLocks xmlns:a="http://schemas.openxmlformats.org/drawingml/2006/main" noGrp="1"/>
          </p:cNvSpPr>
          <p:nvPr/>
        </p:nvSpPr>
        <p:spPr>
          <a:xfrm xmlns:a="http://schemas.openxmlformats.org/drawingml/2006/main">
            <a:off x="3619500" y="3714750"/>
            <a:ext cx="1104900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lnSpc>
                <a:spcPct val="112000"/>
              </a:lnSpc>
              <a:buNone/>
              <a:defRPr sz="2100">
                <a:solidFill>
                  <a:srgbClr val="547B98"/>
                </a:solidFill>
                <a:latin typeface="Noto Sans"/>
                <a:ea typeface="Noto Sans"/>
                <a:cs typeface="Noto Sans"/>
              </a:defRPr>
            </a:pPr>
            <a:r>
              <a:rPr sz="2100">
                <a:solidFill>
                  <a:srgbClr val="547B98"/>
                </a:solidFill>
                <a:latin typeface="Noto Sans"/>
                <a:ea typeface="Noto Sans"/>
                <a:cs typeface="Noto Sans"/>
              </a:rPr>
              <a:t>Баримтад тулгуурласан, эх сурвалжтай, олон хэрэглэгчийн web/mobile RAG системийг хөгжүүлж, бодит сервер болон Android төхөөрөмж дээр баталгаажуулсан.</a:t>
            </a:r>
          </a:p>
          <a:p xmlns:a="http://schemas.openxmlformats.org/drawingml/2006/main">
            <a:r>
              <a:t/>
            </a:r>
          </a:p>
          <a:p xmlns:a="http://schemas.openxmlformats.org/drawingml/2006/main">
            <a:pPr algn="ctr">
              <a:lnSpc>
                <a:spcPct val="112000"/>
              </a:lnSpc>
              <a:buNone/>
              <a:defRPr sz="2100">
                <a:solidFill>
                  <a:srgbClr val="547B98"/>
                </a:solidFill>
                <a:latin typeface="Noto Sans"/>
                <a:ea typeface="Noto Sans"/>
                <a:cs typeface="Noto Sans"/>
              </a:defRPr>
            </a:pPr>
            <a:r>
              <a:rPr sz="2100">
                <a:solidFill>
                  <a:srgbClr val="547B98"/>
                </a:solidFill>
                <a:latin typeface="Noto Sans"/>
                <a:ea typeface="Noto Sans"/>
                <a:cs typeface="Noto Sans"/>
              </a:rPr>
              <a:t>Эзэмшсэн чадвар: RAG  •  pgvector  •  auth  •  Docker  •  CI/CD  •  cloud deployment</a:t>
            </a:r>
          </a:p>
        </p:txBody>
      </p:sp>
    </p:spTree>
    <p:extLst>
      <p:ext uri="{BB962C8B-B14F-4D97-AF65-F5344CB8AC3E}">
        <p14:creationId xmlns:p14="http://schemas.microsoft.com/office/powerpoint/2010/main" val="543273452"/>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2026-09-22T10:39:45.1670000Z</dcterms:created>
  <dcterms:modified xsi:type="dcterms:W3CDTF">2026-09-22T10:39:45.1680000Z</dcterms:modified>
</coreProperties>
</file>