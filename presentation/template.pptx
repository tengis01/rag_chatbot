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arlow SemiCondensed Bold" charset="1" panose="00000806000000000000"/>
      <p:regular r:id="rId17"/>
    </p:embeddedFont>
    <p:embeddedFont>
      <p:font typeface="Work Sans" charset="1" panose="00000000000000000000"/>
      <p:regular r:id="rId18"/>
    </p:embeddedFont>
    <p:embeddedFont>
      <p:font typeface="Work Sans Italics" charset="1" panose="00000000000000000000"/>
      <p:regular r:id="rId19"/>
    </p:embeddedFont>
    <p:embeddedFont>
      <p:font typeface="Work Sans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jpe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4323" y="7226864"/>
            <a:ext cx="2785070" cy="3301269"/>
          </a:xfrm>
          <a:custGeom>
            <a:avLst/>
            <a:gdLst/>
            <a:ahLst/>
            <a:cxnLst/>
            <a:rect r="r" b="b" t="t" l="l"/>
            <a:pathLst>
              <a:path h="3301269" w="2785070">
                <a:moveTo>
                  <a:pt x="0" y="0"/>
                </a:moveTo>
                <a:lnTo>
                  <a:pt x="2785070" y="0"/>
                </a:lnTo>
                <a:lnTo>
                  <a:pt x="2785070" y="3301269"/>
                </a:lnTo>
                <a:lnTo>
                  <a:pt x="0" y="3301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588736" y="-1070386"/>
            <a:ext cx="2481021" cy="2940865"/>
          </a:xfrm>
          <a:custGeom>
            <a:avLst/>
            <a:gdLst/>
            <a:ahLst/>
            <a:cxnLst/>
            <a:rect r="r" b="b" t="t" l="l"/>
            <a:pathLst>
              <a:path h="2940865" w="2481021">
                <a:moveTo>
                  <a:pt x="2481021" y="2940865"/>
                </a:moveTo>
                <a:lnTo>
                  <a:pt x="0" y="2940865"/>
                </a:lnTo>
                <a:lnTo>
                  <a:pt x="0" y="0"/>
                </a:lnTo>
                <a:lnTo>
                  <a:pt x="2481021" y="0"/>
                </a:lnTo>
                <a:lnTo>
                  <a:pt x="2481021" y="29408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7061" y="6997418"/>
            <a:ext cx="845876" cy="861541"/>
          </a:xfrm>
          <a:custGeom>
            <a:avLst/>
            <a:gdLst/>
            <a:ahLst/>
            <a:cxnLst/>
            <a:rect r="r" b="b" t="t" l="l"/>
            <a:pathLst>
              <a:path h="861541" w="845876">
                <a:moveTo>
                  <a:pt x="0" y="0"/>
                </a:moveTo>
                <a:lnTo>
                  <a:pt x="845877" y="0"/>
                </a:lnTo>
                <a:lnTo>
                  <a:pt x="845877" y="861541"/>
                </a:lnTo>
                <a:lnTo>
                  <a:pt x="0" y="861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7002921" y="1449665"/>
            <a:ext cx="826325" cy="841628"/>
          </a:xfrm>
          <a:custGeom>
            <a:avLst/>
            <a:gdLst/>
            <a:ahLst/>
            <a:cxnLst/>
            <a:rect r="r" b="b" t="t" l="l"/>
            <a:pathLst>
              <a:path h="841628" w="826325">
                <a:moveTo>
                  <a:pt x="826326" y="841628"/>
                </a:moveTo>
                <a:lnTo>
                  <a:pt x="0" y="841628"/>
                </a:lnTo>
                <a:lnTo>
                  <a:pt x="0" y="0"/>
                </a:lnTo>
                <a:lnTo>
                  <a:pt x="826326" y="0"/>
                </a:lnTo>
                <a:lnTo>
                  <a:pt x="826326" y="8416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270881" y="8022214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417567" y="5858343"/>
            <a:ext cx="5452866" cy="706263"/>
            <a:chOff x="0" y="0"/>
            <a:chExt cx="884053" cy="114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4053" cy="114504"/>
            </a:xfrm>
            <a:custGeom>
              <a:avLst/>
              <a:gdLst/>
              <a:ahLst/>
              <a:cxnLst/>
              <a:rect r="r" b="b" t="t" l="l"/>
              <a:pathLst>
                <a:path h="114504" w="884053">
                  <a:moveTo>
                    <a:pt x="37713" y="0"/>
                  </a:moveTo>
                  <a:lnTo>
                    <a:pt x="846340" y="0"/>
                  </a:lnTo>
                  <a:cubicBezTo>
                    <a:pt x="867168" y="0"/>
                    <a:pt x="884053" y="16885"/>
                    <a:pt x="884053" y="37713"/>
                  </a:cubicBezTo>
                  <a:lnTo>
                    <a:pt x="884053" y="76791"/>
                  </a:lnTo>
                  <a:cubicBezTo>
                    <a:pt x="884053" y="97619"/>
                    <a:pt x="867168" y="114504"/>
                    <a:pt x="846340" y="114504"/>
                  </a:cubicBezTo>
                  <a:lnTo>
                    <a:pt x="37713" y="114504"/>
                  </a:lnTo>
                  <a:cubicBezTo>
                    <a:pt x="16885" y="114504"/>
                    <a:pt x="0" y="97619"/>
                    <a:pt x="0" y="76791"/>
                  </a:cubicBezTo>
                  <a:lnTo>
                    <a:pt x="0" y="37713"/>
                  </a:lnTo>
                  <a:cubicBezTo>
                    <a:pt x="0" y="16885"/>
                    <a:pt x="16885" y="0"/>
                    <a:pt x="37713" y="0"/>
                  </a:cubicBezTo>
                  <a:close/>
                </a:path>
              </a:pathLst>
            </a:custGeom>
            <a:ln w="38100" cap="rnd">
              <a:solidFill>
                <a:srgbClr val="3A5F7D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84053" cy="162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017119" y="3933468"/>
            <a:ext cx="10253761" cy="192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04"/>
              </a:lnSpc>
            </a:pPr>
            <a:r>
              <a:rPr lang="en-US" b="true" sz="11217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 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96585" y="5870781"/>
            <a:ext cx="4894830" cy="60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4"/>
              </a:lnSpc>
            </a:pPr>
            <a:r>
              <a:rPr lang="en-US" sz="3474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By Jamie Chastain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09136" y="1318373"/>
            <a:ext cx="3669727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6225283" y="-565927"/>
            <a:ext cx="2805270" cy="2857220"/>
          </a:xfrm>
          <a:custGeom>
            <a:avLst/>
            <a:gdLst/>
            <a:ahLst/>
            <a:cxnLst/>
            <a:rect r="r" b="b" t="t" l="l"/>
            <a:pathLst>
              <a:path h="2857220" w="2805270">
                <a:moveTo>
                  <a:pt x="2805270" y="2857220"/>
                </a:moveTo>
                <a:lnTo>
                  <a:pt x="0" y="2857220"/>
                </a:lnTo>
                <a:lnTo>
                  <a:pt x="0" y="0"/>
                </a:lnTo>
                <a:lnTo>
                  <a:pt x="2805270" y="0"/>
                </a:lnTo>
                <a:lnTo>
                  <a:pt x="2805270" y="28572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28459" y="847725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CONTENTS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992225" y="3414403"/>
            <a:ext cx="4904256" cy="814955"/>
            <a:chOff x="0" y="0"/>
            <a:chExt cx="561102" cy="93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61102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362860" y="3494441"/>
            <a:ext cx="4162986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01. Intr</a:t>
            </a: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oduction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747657" y="4577768"/>
            <a:ext cx="4904256" cy="814955"/>
            <a:chOff x="0" y="0"/>
            <a:chExt cx="561102" cy="93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61102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118292" y="4657807"/>
            <a:ext cx="4162986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02. Backgr</a:t>
            </a: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ound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992225" y="5745148"/>
            <a:ext cx="4904256" cy="814955"/>
            <a:chOff x="0" y="0"/>
            <a:chExt cx="561102" cy="93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61102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362860" y="5825186"/>
            <a:ext cx="4162986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03. Objectives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747657" y="6908513"/>
            <a:ext cx="4904256" cy="814955"/>
            <a:chOff x="0" y="0"/>
            <a:chExt cx="561102" cy="93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61102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118292" y="6988552"/>
            <a:ext cx="4162986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04. Met</a:t>
            </a: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odhology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636087" y="3414403"/>
            <a:ext cx="4904256" cy="814955"/>
            <a:chOff x="0" y="0"/>
            <a:chExt cx="561102" cy="93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61102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006722" y="3494441"/>
            <a:ext cx="4162986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05. Fin</a:t>
            </a: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dings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391519" y="4577768"/>
            <a:ext cx="4904256" cy="814955"/>
            <a:chOff x="0" y="0"/>
            <a:chExt cx="561102" cy="93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61102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762154" y="4657807"/>
            <a:ext cx="4162986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06. D</a:t>
            </a: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iscussion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636087" y="5745148"/>
            <a:ext cx="4904256" cy="814955"/>
            <a:chOff x="0" y="0"/>
            <a:chExt cx="561102" cy="93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561102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006722" y="5825186"/>
            <a:ext cx="4162986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07. Reflecti</a:t>
            </a: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391519" y="6908513"/>
            <a:ext cx="4904256" cy="814955"/>
            <a:chOff x="0" y="0"/>
            <a:chExt cx="561102" cy="93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561102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762154" y="6988552"/>
            <a:ext cx="4162986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08. C</a:t>
            </a: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8459" y="1949426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64208" y="3821306"/>
            <a:ext cx="11359585" cy="336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02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395017" y="6705775"/>
            <a:ext cx="1014180" cy="1032961"/>
          </a:xfrm>
          <a:custGeom>
            <a:avLst/>
            <a:gdLst/>
            <a:ahLst/>
            <a:cxnLst/>
            <a:rect r="r" b="b" t="t" l="l"/>
            <a:pathLst>
              <a:path h="1032961" w="1014180">
                <a:moveTo>
                  <a:pt x="1014180" y="1032961"/>
                </a:moveTo>
                <a:lnTo>
                  <a:pt x="0" y="1032961"/>
                </a:lnTo>
                <a:lnTo>
                  <a:pt x="0" y="0"/>
                </a:lnTo>
                <a:lnTo>
                  <a:pt x="1014180" y="0"/>
                </a:lnTo>
                <a:lnTo>
                  <a:pt x="1014180" y="10329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065264" y="3346867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8"/>
                </a:moveTo>
                <a:lnTo>
                  <a:pt x="0" y="843048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85073" y="8126989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2"/>
                </a:lnTo>
                <a:lnTo>
                  <a:pt x="0" y="242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043612" y="3099988"/>
            <a:ext cx="3612315" cy="4976517"/>
            <a:chOff x="0" y="0"/>
            <a:chExt cx="6342380" cy="8737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28650" y="391160"/>
              <a:ext cx="5085080" cy="7955280"/>
            </a:xfrm>
            <a:custGeom>
              <a:avLst/>
              <a:gdLst/>
              <a:ahLst/>
              <a:cxnLst/>
              <a:rect r="r" b="b" t="t" l="l"/>
              <a:pathLst>
                <a:path h="7955280" w="5085080">
                  <a:moveTo>
                    <a:pt x="2542540" y="7955280"/>
                  </a:moveTo>
                  <a:cubicBezTo>
                    <a:pt x="1140460" y="7955280"/>
                    <a:pt x="0" y="6814820"/>
                    <a:pt x="0" y="5412740"/>
                  </a:cubicBezTo>
                  <a:lnTo>
                    <a:pt x="0" y="2542540"/>
                  </a:lnTo>
                  <a:cubicBezTo>
                    <a:pt x="0" y="1140460"/>
                    <a:pt x="1140460" y="0"/>
                    <a:pt x="2542540" y="0"/>
                  </a:cubicBezTo>
                  <a:cubicBezTo>
                    <a:pt x="3944620" y="0"/>
                    <a:pt x="5085080" y="1140460"/>
                    <a:pt x="5085080" y="2542540"/>
                  </a:cubicBezTo>
                  <a:lnTo>
                    <a:pt x="5085080" y="5412740"/>
                  </a:lnTo>
                  <a:cubicBezTo>
                    <a:pt x="5085080" y="6814820"/>
                    <a:pt x="3944620" y="7955280"/>
                    <a:pt x="2542540" y="795528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-439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42380" cy="8737600"/>
            </a:xfrm>
            <a:custGeom>
              <a:avLst/>
              <a:gdLst/>
              <a:ahLst/>
              <a:cxnLst/>
              <a:rect r="r" b="b" t="t" l="l"/>
              <a:pathLst>
                <a:path h="8737600" w="6342380">
                  <a:moveTo>
                    <a:pt x="3171190" y="381000"/>
                  </a:moveTo>
                  <a:cubicBezTo>
                    <a:pt x="1764030" y="381000"/>
                    <a:pt x="618490" y="1526540"/>
                    <a:pt x="618490" y="2933700"/>
                  </a:cubicBezTo>
                  <a:lnTo>
                    <a:pt x="618490" y="5803900"/>
                  </a:lnTo>
                  <a:cubicBezTo>
                    <a:pt x="618490" y="7211060"/>
                    <a:pt x="1764030" y="8356600"/>
                    <a:pt x="3171190" y="8356600"/>
                  </a:cubicBezTo>
                  <a:cubicBezTo>
                    <a:pt x="4578350" y="8356600"/>
                    <a:pt x="5723890" y="7211060"/>
                    <a:pt x="5723890" y="5803900"/>
                  </a:cubicBezTo>
                  <a:lnTo>
                    <a:pt x="5723890" y="2933700"/>
                  </a:lnTo>
                  <a:cubicBezTo>
                    <a:pt x="5723890" y="1526540"/>
                    <a:pt x="4578350" y="381000"/>
                    <a:pt x="3171190" y="381000"/>
                  </a:cubicBezTo>
                  <a:close/>
                  <a:moveTo>
                    <a:pt x="5704840" y="5803900"/>
                  </a:moveTo>
                  <a:cubicBezTo>
                    <a:pt x="5704840" y="7200900"/>
                    <a:pt x="4568190" y="8337550"/>
                    <a:pt x="3171190" y="8337550"/>
                  </a:cubicBezTo>
                  <a:cubicBezTo>
                    <a:pt x="1774190" y="8337550"/>
                    <a:pt x="637540" y="7200900"/>
                    <a:pt x="637540" y="5803900"/>
                  </a:cubicBezTo>
                  <a:lnTo>
                    <a:pt x="637540" y="2933700"/>
                  </a:lnTo>
                  <a:cubicBezTo>
                    <a:pt x="637540" y="1536700"/>
                    <a:pt x="1774190" y="400050"/>
                    <a:pt x="3171190" y="400050"/>
                  </a:cubicBezTo>
                  <a:cubicBezTo>
                    <a:pt x="4568190" y="400050"/>
                    <a:pt x="5704840" y="1536700"/>
                    <a:pt x="5704840" y="2933700"/>
                  </a:cubicBezTo>
                  <a:lnTo>
                    <a:pt x="5704840" y="5803900"/>
                  </a:lnTo>
                  <a:close/>
                  <a:moveTo>
                    <a:pt x="6277610" y="3246120"/>
                  </a:moveTo>
                  <a:cubicBezTo>
                    <a:pt x="6240780" y="3230880"/>
                    <a:pt x="6207760" y="3208020"/>
                    <a:pt x="6179820" y="3180080"/>
                  </a:cubicBezTo>
                  <a:cubicBezTo>
                    <a:pt x="6151880" y="3152140"/>
                    <a:pt x="6129020" y="3119120"/>
                    <a:pt x="6113780" y="3082290"/>
                  </a:cubicBezTo>
                  <a:cubicBezTo>
                    <a:pt x="6109970" y="3073400"/>
                    <a:pt x="6107430" y="3064510"/>
                    <a:pt x="6103620" y="3055620"/>
                  </a:cubicBezTo>
                  <a:lnTo>
                    <a:pt x="6103620" y="2933700"/>
                  </a:lnTo>
                  <a:cubicBezTo>
                    <a:pt x="6103620" y="2150110"/>
                    <a:pt x="5798820" y="1413510"/>
                    <a:pt x="5245100" y="859790"/>
                  </a:cubicBezTo>
                  <a:cubicBezTo>
                    <a:pt x="4691380" y="304800"/>
                    <a:pt x="3954780" y="0"/>
                    <a:pt x="3171190" y="0"/>
                  </a:cubicBezTo>
                  <a:cubicBezTo>
                    <a:pt x="2387600" y="0"/>
                    <a:pt x="1651000" y="304800"/>
                    <a:pt x="1097280" y="858520"/>
                  </a:cubicBezTo>
                  <a:cubicBezTo>
                    <a:pt x="543560" y="1413510"/>
                    <a:pt x="238760" y="2150110"/>
                    <a:pt x="238760" y="2933700"/>
                  </a:cubicBezTo>
                  <a:lnTo>
                    <a:pt x="238760" y="5267960"/>
                  </a:lnTo>
                  <a:cubicBezTo>
                    <a:pt x="236220" y="5276850"/>
                    <a:pt x="232410" y="5285740"/>
                    <a:pt x="228600" y="5294630"/>
                  </a:cubicBezTo>
                  <a:cubicBezTo>
                    <a:pt x="213360" y="5331460"/>
                    <a:pt x="190500" y="5364480"/>
                    <a:pt x="162560" y="5392420"/>
                  </a:cubicBezTo>
                  <a:cubicBezTo>
                    <a:pt x="134620" y="5420360"/>
                    <a:pt x="101600" y="5443220"/>
                    <a:pt x="64770" y="5458460"/>
                  </a:cubicBezTo>
                  <a:cubicBezTo>
                    <a:pt x="43180" y="5467350"/>
                    <a:pt x="21590" y="5473700"/>
                    <a:pt x="0" y="5477510"/>
                  </a:cubicBezTo>
                  <a:cubicBezTo>
                    <a:pt x="22860" y="5481320"/>
                    <a:pt x="44450" y="5487670"/>
                    <a:pt x="64770" y="5496560"/>
                  </a:cubicBezTo>
                  <a:cubicBezTo>
                    <a:pt x="101600" y="5511800"/>
                    <a:pt x="134620" y="5534660"/>
                    <a:pt x="162560" y="5562600"/>
                  </a:cubicBezTo>
                  <a:cubicBezTo>
                    <a:pt x="190500" y="5590541"/>
                    <a:pt x="213360" y="5623560"/>
                    <a:pt x="228600" y="5660391"/>
                  </a:cubicBezTo>
                  <a:cubicBezTo>
                    <a:pt x="232410" y="5669281"/>
                    <a:pt x="234950" y="5678170"/>
                    <a:pt x="238760" y="5687061"/>
                  </a:cubicBezTo>
                  <a:lnTo>
                    <a:pt x="238760" y="5805170"/>
                  </a:lnTo>
                  <a:cubicBezTo>
                    <a:pt x="238760" y="6588761"/>
                    <a:pt x="543560" y="7325361"/>
                    <a:pt x="1097280" y="7879080"/>
                  </a:cubicBezTo>
                  <a:cubicBezTo>
                    <a:pt x="1651000" y="8432800"/>
                    <a:pt x="2387600" y="8737600"/>
                    <a:pt x="3171190" y="8737600"/>
                  </a:cubicBezTo>
                  <a:cubicBezTo>
                    <a:pt x="3954780" y="8737600"/>
                    <a:pt x="4691380" y="8432800"/>
                    <a:pt x="5245100" y="7879080"/>
                  </a:cubicBezTo>
                  <a:cubicBezTo>
                    <a:pt x="5798820" y="7325361"/>
                    <a:pt x="6103620" y="6588761"/>
                    <a:pt x="6103620" y="5805170"/>
                  </a:cubicBezTo>
                  <a:lnTo>
                    <a:pt x="6103620" y="3474720"/>
                  </a:lnTo>
                  <a:cubicBezTo>
                    <a:pt x="6106160" y="3465830"/>
                    <a:pt x="6109970" y="3456940"/>
                    <a:pt x="6113780" y="3448050"/>
                  </a:cubicBezTo>
                  <a:cubicBezTo>
                    <a:pt x="6129020" y="3411220"/>
                    <a:pt x="6151880" y="3378200"/>
                    <a:pt x="6179820" y="3350260"/>
                  </a:cubicBezTo>
                  <a:cubicBezTo>
                    <a:pt x="6207760" y="3322320"/>
                    <a:pt x="6240780" y="3299460"/>
                    <a:pt x="6277610" y="3284220"/>
                  </a:cubicBezTo>
                  <a:cubicBezTo>
                    <a:pt x="6299200" y="3275330"/>
                    <a:pt x="6320790" y="3268980"/>
                    <a:pt x="6342380" y="3265170"/>
                  </a:cubicBezTo>
                  <a:cubicBezTo>
                    <a:pt x="6320790" y="3261360"/>
                    <a:pt x="6299200" y="3255010"/>
                    <a:pt x="6277610" y="3246120"/>
                  </a:cubicBezTo>
                  <a:close/>
                  <a:moveTo>
                    <a:pt x="5232400" y="7865110"/>
                  </a:moveTo>
                  <a:cubicBezTo>
                    <a:pt x="4682490" y="8415020"/>
                    <a:pt x="3949700" y="8718550"/>
                    <a:pt x="3171190" y="8718550"/>
                  </a:cubicBezTo>
                  <a:cubicBezTo>
                    <a:pt x="2392680" y="8718550"/>
                    <a:pt x="1661160" y="8415020"/>
                    <a:pt x="1109980" y="7865110"/>
                  </a:cubicBezTo>
                  <a:cubicBezTo>
                    <a:pt x="560070" y="7315200"/>
                    <a:pt x="256540" y="6582410"/>
                    <a:pt x="256540" y="5803900"/>
                  </a:cubicBezTo>
                  <a:lnTo>
                    <a:pt x="256540" y="5685790"/>
                  </a:lnTo>
                  <a:cubicBezTo>
                    <a:pt x="259080" y="5676900"/>
                    <a:pt x="262890" y="5668010"/>
                    <a:pt x="266700" y="5659120"/>
                  </a:cubicBezTo>
                  <a:cubicBezTo>
                    <a:pt x="281940" y="5622290"/>
                    <a:pt x="304800" y="5589270"/>
                    <a:pt x="332740" y="5561330"/>
                  </a:cubicBezTo>
                  <a:cubicBezTo>
                    <a:pt x="360680" y="5533390"/>
                    <a:pt x="393700" y="5510530"/>
                    <a:pt x="430530" y="5495290"/>
                  </a:cubicBezTo>
                  <a:cubicBezTo>
                    <a:pt x="452120" y="5486400"/>
                    <a:pt x="473710" y="5480050"/>
                    <a:pt x="495300" y="5476240"/>
                  </a:cubicBezTo>
                  <a:cubicBezTo>
                    <a:pt x="472440" y="5472430"/>
                    <a:pt x="450850" y="5466080"/>
                    <a:pt x="430530" y="5457190"/>
                  </a:cubicBezTo>
                  <a:cubicBezTo>
                    <a:pt x="393700" y="5441950"/>
                    <a:pt x="360680" y="5419090"/>
                    <a:pt x="332740" y="5391150"/>
                  </a:cubicBezTo>
                  <a:cubicBezTo>
                    <a:pt x="304800" y="5363209"/>
                    <a:pt x="281940" y="5330190"/>
                    <a:pt x="266700" y="5293359"/>
                  </a:cubicBezTo>
                  <a:cubicBezTo>
                    <a:pt x="262890" y="5284469"/>
                    <a:pt x="260350" y="5275580"/>
                    <a:pt x="256540" y="5266689"/>
                  </a:cubicBezTo>
                  <a:lnTo>
                    <a:pt x="256540" y="2933700"/>
                  </a:lnTo>
                  <a:cubicBezTo>
                    <a:pt x="256540" y="2155190"/>
                    <a:pt x="560070" y="1423670"/>
                    <a:pt x="1109980" y="872490"/>
                  </a:cubicBezTo>
                  <a:cubicBezTo>
                    <a:pt x="1659890" y="322580"/>
                    <a:pt x="2392680" y="19050"/>
                    <a:pt x="3171190" y="19050"/>
                  </a:cubicBezTo>
                  <a:cubicBezTo>
                    <a:pt x="3949700" y="19050"/>
                    <a:pt x="4681220" y="322580"/>
                    <a:pt x="5232400" y="872490"/>
                  </a:cubicBezTo>
                  <a:cubicBezTo>
                    <a:pt x="5782310" y="1422400"/>
                    <a:pt x="6085840" y="2155190"/>
                    <a:pt x="6085840" y="2933700"/>
                  </a:cubicBezTo>
                  <a:lnTo>
                    <a:pt x="6085840" y="3056890"/>
                  </a:lnTo>
                  <a:cubicBezTo>
                    <a:pt x="6083300" y="3065780"/>
                    <a:pt x="6079490" y="3074670"/>
                    <a:pt x="6075680" y="3083560"/>
                  </a:cubicBezTo>
                  <a:cubicBezTo>
                    <a:pt x="6060440" y="3120390"/>
                    <a:pt x="6037580" y="3153410"/>
                    <a:pt x="6009640" y="3181350"/>
                  </a:cubicBezTo>
                  <a:cubicBezTo>
                    <a:pt x="5981700" y="3209290"/>
                    <a:pt x="5948680" y="3232150"/>
                    <a:pt x="5911850" y="3247390"/>
                  </a:cubicBezTo>
                  <a:cubicBezTo>
                    <a:pt x="5890260" y="3256280"/>
                    <a:pt x="5868670" y="3262630"/>
                    <a:pt x="5847080" y="3266440"/>
                  </a:cubicBezTo>
                  <a:cubicBezTo>
                    <a:pt x="5869940" y="3270250"/>
                    <a:pt x="5891530" y="3276600"/>
                    <a:pt x="5911850" y="3285490"/>
                  </a:cubicBezTo>
                  <a:cubicBezTo>
                    <a:pt x="5948680" y="3300730"/>
                    <a:pt x="5981700" y="3323590"/>
                    <a:pt x="6009640" y="3351530"/>
                  </a:cubicBezTo>
                  <a:cubicBezTo>
                    <a:pt x="6037580" y="3379470"/>
                    <a:pt x="6060440" y="3412490"/>
                    <a:pt x="6075680" y="3449320"/>
                  </a:cubicBezTo>
                  <a:cubicBezTo>
                    <a:pt x="6079490" y="3458211"/>
                    <a:pt x="6082030" y="3467100"/>
                    <a:pt x="6085840" y="3475991"/>
                  </a:cubicBezTo>
                  <a:lnTo>
                    <a:pt x="6085840" y="5803900"/>
                  </a:lnTo>
                  <a:cubicBezTo>
                    <a:pt x="6085840" y="6582410"/>
                    <a:pt x="5782310" y="7313930"/>
                    <a:pt x="5232400" y="786511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</p:grpSp>
      <p:sp>
        <p:nvSpPr>
          <p:cNvPr name="AutoShape 7" id="7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28459" y="892062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BACKGROUND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62268" y="3023788"/>
            <a:ext cx="6482120" cy="505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 Phasellus a lacus sit amet urna tempor sollicitudin.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8459" y="911088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26284" y="4142220"/>
            <a:ext cx="6499856" cy="392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96141" y="2908465"/>
            <a:ext cx="1560142" cy="10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3"/>
              </a:lnSpc>
            </a:pPr>
            <a:r>
              <a:rPr lang="en-US" b="true" sz="6202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01.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61860" y="4142220"/>
            <a:ext cx="6499856" cy="392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31717" y="2908465"/>
            <a:ext cx="1560142" cy="10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3"/>
              </a:lnSpc>
            </a:pPr>
            <a:r>
              <a:rPr lang="en-US" b="true" sz="6202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02.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787996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0" y="0"/>
                </a:moveTo>
                <a:lnTo>
                  <a:pt x="5633392" y="0"/>
                </a:lnTo>
                <a:lnTo>
                  <a:pt x="5633392" y="3404352"/>
                </a:lnTo>
                <a:lnTo>
                  <a:pt x="0" y="3404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04</a:t>
            </a:r>
          </a:p>
        </p:txBody>
      </p:sp>
      <p:sp>
        <p:nvSpPr>
          <p:cNvPr name="Freeform 12" id="12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8459" y="847725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METODHOLOGY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41470" y="2941578"/>
            <a:ext cx="12388287" cy="168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41470" y="4814393"/>
            <a:ext cx="12388287" cy="168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41470" y="6687208"/>
            <a:ext cx="12388287" cy="168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58243" y="3233174"/>
            <a:ext cx="1560142" cy="10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3"/>
              </a:lnSpc>
            </a:pPr>
            <a:r>
              <a:rPr lang="en-US" b="true" sz="6202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01.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58243" y="4940519"/>
            <a:ext cx="1560142" cy="10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3"/>
              </a:lnSpc>
            </a:pPr>
            <a:r>
              <a:rPr lang="en-US" b="true" sz="6202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02.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8243" y="6647864"/>
            <a:ext cx="1560142" cy="10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3"/>
              </a:lnSpc>
            </a:pPr>
            <a:r>
              <a:rPr lang="en-US" b="true" sz="6202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03.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05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824724" y="5058482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2"/>
                </a:lnTo>
                <a:lnTo>
                  <a:pt x="0" y="2422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4332263" y="-1088660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3404352"/>
                </a:moveTo>
                <a:lnTo>
                  <a:pt x="0" y="3404352"/>
                </a:lnTo>
                <a:lnTo>
                  <a:pt x="0" y="0"/>
                </a:lnTo>
                <a:lnTo>
                  <a:pt x="5633392" y="0"/>
                </a:lnTo>
                <a:lnTo>
                  <a:pt x="5633392" y="34043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16734120" y="1104366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2378604" y="2422652"/>
                </a:moveTo>
                <a:lnTo>
                  <a:pt x="0" y="2422652"/>
                </a:lnTo>
                <a:lnTo>
                  <a:pt x="0" y="0"/>
                </a:lnTo>
                <a:lnTo>
                  <a:pt x="2378604" y="0"/>
                </a:lnTo>
                <a:lnTo>
                  <a:pt x="2378604" y="24226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8459" y="847725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FINDINGS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40407" y="3367248"/>
            <a:ext cx="7812338" cy="4490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 Phasellus a lacus sit amet urna tempor sollicitudin.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6403986" y="7805142"/>
            <a:ext cx="2756130" cy="2807170"/>
          </a:xfrm>
          <a:custGeom>
            <a:avLst/>
            <a:gdLst/>
            <a:ahLst/>
            <a:cxnLst/>
            <a:rect r="r" b="b" t="t" l="l"/>
            <a:pathLst>
              <a:path h="2807170" w="2756130">
                <a:moveTo>
                  <a:pt x="2756131" y="0"/>
                </a:moveTo>
                <a:lnTo>
                  <a:pt x="0" y="0"/>
                </a:lnTo>
                <a:lnTo>
                  <a:pt x="0" y="2807170"/>
                </a:lnTo>
                <a:lnTo>
                  <a:pt x="2756131" y="2807170"/>
                </a:lnTo>
                <a:lnTo>
                  <a:pt x="27561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593631" y="2161808"/>
            <a:ext cx="6533988" cy="6977822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06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87996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0" y="0"/>
                </a:moveTo>
                <a:lnTo>
                  <a:pt x="5633392" y="0"/>
                </a:lnTo>
                <a:lnTo>
                  <a:pt x="5633392" y="3404352"/>
                </a:lnTo>
                <a:lnTo>
                  <a:pt x="0" y="3404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474961" y="3142898"/>
            <a:ext cx="4026942" cy="5547730"/>
            <a:chOff x="0" y="0"/>
            <a:chExt cx="6342380" cy="8737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28650" y="391160"/>
              <a:ext cx="5085080" cy="7955280"/>
            </a:xfrm>
            <a:custGeom>
              <a:avLst/>
              <a:gdLst/>
              <a:ahLst/>
              <a:cxnLst/>
              <a:rect r="r" b="b" t="t" l="l"/>
              <a:pathLst>
                <a:path h="7955280" w="5085080">
                  <a:moveTo>
                    <a:pt x="2542540" y="7955280"/>
                  </a:moveTo>
                  <a:cubicBezTo>
                    <a:pt x="1140460" y="7955280"/>
                    <a:pt x="0" y="6814820"/>
                    <a:pt x="0" y="5412740"/>
                  </a:cubicBezTo>
                  <a:lnTo>
                    <a:pt x="0" y="2542540"/>
                  </a:lnTo>
                  <a:cubicBezTo>
                    <a:pt x="0" y="1140460"/>
                    <a:pt x="1140460" y="0"/>
                    <a:pt x="2542540" y="0"/>
                  </a:cubicBezTo>
                  <a:cubicBezTo>
                    <a:pt x="3944620" y="0"/>
                    <a:pt x="5085080" y="1140460"/>
                    <a:pt x="5085080" y="2542540"/>
                  </a:cubicBezTo>
                  <a:lnTo>
                    <a:pt x="5085080" y="5412740"/>
                  </a:lnTo>
                  <a:cubicBezTo>
                    <a:pt x="5085080" y="6814820"/>
                    <a:pt x="3944620" y="7955280"/>
                    <a:pt x="2542540" y="7955280"/>
                  </a:cubicBezTo>
                  <a:close/>
                </a:path>
              </a:pathLst>
            </a:custGeom>
            <a:blipFill>
              <a:blip r:embed="rId4"/>
              <a:stretch>
                <a:fillRect l="-2195" t="0" r="-2195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42380" cy="8737600"/>
            </a:xfrm>
            <a:custGeom>
              <a:avLst/>
              <a:gdLst/>
              <a:ahLst/>
              <a:cxnLst/>
              <a:rect r="r" b="b" t="t" l="l"/>
              <a:pathLst>
                <a:path h="8737600" w="6342380">
                  <a:moveTo>
                    <a:pt x="3171190" y="381000"/>
                  </a:moveTo>
                  <a:cubicBezTo>
                    <a:pt x="1764030" y="381000"/>
                    <a:pt x="618490" y="1526540"/>
                    <a:pt x="618490" y="2933700"/>
                  </a:cubicBezTo>
                  <a:lnTo>
                    <a:pt x="618490" y="5803900"/>
                  </a:lnTo>
                  <a:cubicBezTo>
                    <a:pt x="618490" y="7211060"/>
                    <a:pt x="1764030" y="8356600"/>
                    <a:pt x="3171190" y="8356600"/>
                  </a:cubicBezTo>
                  <a:cubicBezTo>
                    <a:pt x="4578350" y="8356600"/>
                    <a:pt x="5723890" y="7211060"/>
                    <a:pt x="5723890" y="5803900"/>
                  </a:cubicBezTo>
                  <a:lnTo>
                    <a:pt x="5723890" y="2933700"/>
                  </a:lnTo>
                  <a:cubicBezTo>
                    <a:pt x="5723890" y="1526540"/>
                    <a:pt x="4578350" y="381000"/>
                    <a:pt x="3171190" y="381000"/>
                  </a:cubicBezTo>
                  <a:close/>
                  <a:moveTo>
                    <a:pt x="5704840" y="5803900"/>
                  </a:moveTo>
                  <a:cubicBezTo>
                    <a:pt x="5704840" y="7200900"/>
                    <a:pt x="4568190" y="8337550"/>
                    <a:pt x="3171190" y="8337550"/>
                  </a:cubicBezTo>
                  <a:cubicBezTo>
                    <a:pt x="1774190" y="8337550"/>
                    <a:pt x="637540" y="7200900"/>
                    <a:pt x="637540" y="5803900"/>
                  </a:cubicBezTo>
                  <a:lnTo>
                    <a:pt x="637540" y="2933700"/>
                  </a:lnTo>
                  <a:cubicBezTo>
                    <a:pt x="637540" y="1536700"/>
                    <a:pt x="1774190" y="400050"/>
                    <a:pt x="3171190" y="400050"/>
                  </a:cubicBezTo>
                  <a:cubicBezTo>
                    <a:pt x="4568190" y="400050"/>
                    <a:pt x="5704840" y="1536700"/>
                    <a:pt x="5704840" y="2933700"/>
                  </a:cubicBezTo>
                  <a:lnTo>
                    <a:pt x="5704840" y="5803900"/>
                  </a:lnTo>
                  <a:close/>
                  <a:moveTo>
                    <a:pt x="6277610" y="3246120"/>
                  </a:moveTo>
                  <a:cubicBezTo>
                    <a:pt x="6240780" y="3230880"/>
                    <a:pt x="6207760" y="3208020"/>
                    <a:pt x="6179820" y="3180080"/>
                  </a:cubicBezTo>
                  <a:cubicBezTo>
                    <a:pt x="6151880" y="3152140"/>
                    <a:pt x="6129020" y="3119120"/>
                    <a:pt x="6113780" y="3082290"/>
                  </a:cubicBezTo>
                  <a:cubicBezTo>
                    <a:pt x="6109970" y="3073400"/>
                    <a:pt x="6107430" y="3064510"/>
                    <a:pt x="6103620" y="3055620"/>
                  </a:cubicBezTo>
                  <a:lnTo>
                    <a:pt x="6103620" y="2933700"/>
                  </a:lnTo>
                  <a:cubicBezTo>
                    <a:pt x="6103620" y="2150110"/>
                    <a:pt x="5798820" y="1413510"/>
                    <a:pt x="5245100" y="859790"/>
                  </a:cubicBezTo>
                  <a:cubicBezTo>
                    <a:pt x="4691380" y="304800"/>
                    <a:pt x="3954780" y="0"/>
                    <a:pt x="3171190" y="0"/>
                  </a:cubicBezTo>
                  <a:cubicBezTo>
                    <a:pt x="2387600" y="0"/>
                    <a:pt x="1651000" y="304800"/>
                    <a:pt x="1097280" y="858520"/>
                  </a:cubicBezTo>
                  <a:cubicBezTo>
                    <a:pt x="543560" y="1413510"/>
                    <a:pt x="238760" y="2150110"/>
                    <a:pt x="238760" y="2933700"/>
                  </a:cubicBezTo>
                  <a:lnTo>
                    <a:pt x="238760" y="5267960"/>
                  </a:lnTo>
                  <a:cubicBezTo>
                    <a:pt x="236220" y="5276850"/>
                    <a:pt x="232410" y="5285740"/>
                    <a:pt x="228600" y="5294630"/>
                  </a:cubicBezTo>
                  <a:cubicBezTo>
                    <a:pt x="213360" y="5331460"/>
                    <a:pt x="190500" y="5364480"/>
                    <a:pt x="162560" y="5392420"/>
                  </a:cubicBezTo>
                  <a:cubicBezTo>
                    <a:pt x="134620" y="5420360"/>
                    <a:pt x="101600" y="5443220"/>
                    <a:pt x="64770" y="5458460"/>
                  </a:cubicBezTo>
                  <a:cubicBezTo>
                    <a:pt x="43180" y="5467350"/>
                    <a:pt x="21590" y="5473700"/>
                    <a:pt x="0" y="5477510"/>
                  </a:cubicBezTo>
                  <a:cubicBezTo>
                    <a:pt x="22860" y="5481320"/>
                    <a:pt x="44450" y="5487670"/>
                    <a:pt x="64770" y="5496560"/>
                  </a:cubicBezTo>
                  <a:cubicBezTo>
                    <a:pt x="101600" y="5511800"/>
                    <a:pt x="134620" y="5534660"/>
                    <a:pt x="162560" y="5562600"/>
                  </a:cubicBezTo>
                  <a:cubicBezTo>
                    <a:pt x="190500" y="5590541"/>
                    <a:pt x="213360" y="5623560"/>
                    <a:pt x="228600" y="5660391"/>
                  </a:cubicBezTo>
                  <a:cubicBezTo>
                    <a:pt x="232410" y="5669281"/>
                    <a:pt x="234950" y="5678170"/>
                    <a:pt x="238760" y="5687061"/>
                  </a:cubicBezTo>
                  <a:lnTo>
                    <a:pt x="238760" y="5805170"/>
                  </a:lnTo>
                  <a:cubicBezTo>
                    <a:pt x="238760" y="6588761"/>
                    <a:pt x="543560" y="7325361"/>
                    <a:pt x="1097280" y="7879080"/>
                  </a:cubicBezTo>
                  <a:cubicBezTo>
                    <a:pt x="1651000" y="8432800"/>
                    <a:pt x="2387600" y="8737600"/>
                    <a:pt x="3171190" y="8737600"/>
                  </a:cubicBezTo>
                  <a:cubicBezTo>
                    <a:pt x="3954780" y="8737600"/>
                    <a:pt x="4691380" y="8432800"/>
                    <a:pt x="5245100" y="7879080"/>
                  </a:cubicBezTo>
                  <a:cubicBezTo>
                    <a:pt x="5798820" y="7325361"/>
                    <a:pt x="6103620" y="6588761"/>
                    <a:pt x="6103620" y="5805170"/>
                  </a:cubicBezTo>
                  <a:lnTo>
                    <a:pt x="6103620" y="3474720"/>
                  </a:lnTo>
                  <a:cubicBezTo>
                    <a:pt x="6106160" y="3465830"/>
                    <a:pt x="6109970" y="3456940"/>
                    <a:pt x="6113780" y="3448050"/>
                  </a:cubicBezTo>
                  <a:cubicBezTo>
                    <a:pt x="6129020" y="3411220"/>
                    <a:pt x="6151880" y="3378200"/>
                    <a:pt x="6179820" y="3350260"/>
                  </a:cubicBezTo>
                  <a:cubicBezTo>
                    <a:pt x="6207760" y="3322320"/>
                    <a:pt x="6240780" y="3299460"/>
                    <a:pt x="6277610" y="3284220"/>
                  </a:cubicBezTo>
                  <a:cubicBezTo>
                    <a:pt x="6299200" y="3275330"/>
                    <a:pt x="6320790" y="3268980"/>
                    <a:pt x="6342380" y="3265170"/>
                  </a:cubicBezTo>
                  <a:cubicBezTo>
                    <a:pt x="6320790" y="3261360"/>
                    <a:pt x="6299200" y="3255010"/>
                    <a:pt x="6277610" y="3246120"/>
                  </a:cubicBezTo>
                  <a:close/>
                  <a:moveTo>
                    <a:pt x="5232400" y="7865110"/>
                  </a:moveTo>
                  <a:cubicBezTo>
                    <a:pt x="4682490" y="8415020"/>
                    <a:pt x="3949700" y="8718550"/>
                    <a:pt x="3171190" y="8718550"/>
                  </a:cubicBezTo>
                  <a:cubicBezTo>
                    <a:pt x="2392680" y="8718550"/>
                    <a:pt x="1661160" y="8415020"/>
                    <a:pt x="1109980" y="7865110"/>
                  </a:cubicBezTo>
                  <a:cubicBezTo>
                    <a:pt x="560070" y="7315200"/>
                    <a:pt x="256540" y="6582410"/>
                    <a:pt x="256540" y="5803900"/>
                  </a:cubicBezTo>
                  <a:lnTo>
                    <a:pt x="256540" y="5685790"/>
                  </a:lnTo>
                  <a:cubicBezTo>
                    <a:pt x="259080" y="5676900"/>
                    <a:pt x="262890" y="5668010"/>
                    <a:pt x="266700" y="5659120"/>
                  </a:cubicBezTo>
                  <a:cubicBezTo>
                    <a:pt x="281940" y="5622290"/>
                    <a:pt x="304800" y="5589270"/>
                    <a:pt x="332740" y="5561330"/>
                  </a:cubicBezTo>
                  <a:cubicBezTo>
                    <a:pt x="360680" y="5533390"/>
                    <a:pt x="393700" y="5510530"/>
                    <a:pt x="430530" y="5495290"/>
                  </a:cubicBezTo>
                  <a:cubicBezTo>
                    <a:pt x="452120" y="5486400"/>
                    <a:pt x="473710" y="5480050"/>
                    <a:pt x="495300" y="5476240"/>
                  </a:cubicBezTo>
                  <a:cubicBezTo>
                    <a:pt x="472440" y="5472430"/>
                    <a:pt x="450850" y="5466080"/>
                    <a:pt x="430530" y="5457190"/>
                  </a:cubicBezTo>
                  <a:cubicBezTo>
                    <a:pt x="393700" y="5441950"/>
                    <a:pt x="360680" y="5419090"/>
                    <a:pt x="332740" y="5391150"/>
                  </a:cubicBezTo>
                  <a:cubicBezTo>
                    <a:pt x="304800" y="5363209"/>
                    <a:pt x="281940" y="5330190"/>
                    <a:pt x="266700" y="5293359"/>
                  </a:cubicBezTo>
                  <a:cubicBezTo>
                    <a:pt x="262890" y="5284469"/>
                    <a:pt x="260350" y="5275580"/>
                    <a:pt x="256540" y="5266689"/>
                  </a:cubicBezTo>
                  <a:lnTo>
                    <a:pt x="256540" y="2933700"/>
                  </a:lnTo>
                  <a:cubicBezTo>
                    <a:pt x="256540" y="2155190"/>
                    <a:pt x="560070" y="1423670"/>
                    <a:pt x="1109980" y="872490"/>
                  </a:cubicBezTo>
                  <a:cubicBezTo>
                    <a:pt x="1659890" y="322580"/>
                    <a:pt x="2392680" y="19050"/>
                    <a:pt x="3171190" y="19050"/>
                  </a:cubicBezTo>
                  <a:cubicBezTo>
                    <a:pt x="3949700" y="19050"/>
                    <a:pt x="4681220" y="322580"/>
                    <a:pt x="5232400" y="872490"/>
                  </a:cubicBezTo>
                  <a:cubicBezTo>
                    <a:pt x="5782310" y="1422400"/>
                    <a:pt x="6085840" y="2155190"/>
                    <a:pt x="6085840" y="2933700"/>
                  </a:cubicBezTo>
                  <a:lnTo>
                    <a:pt x="6085840" y="3056890"/>
                  </a:lnTo>
                  <a:cubicBezTo>
                    <a:pt x="6083300" y="3065780"/>
                    <a:pt x="6079490" y="3074670"/>
                    <a:pt x="6075680" y="3083560"/>
                  </a:cubicBezTo>
                  <a:cubicBezTo>
                    <a:pt x="6060440" y="3120390"/>
                    <a:pt x="6037580" y="3153410"/>
                    <a:pt x="6009640" y="3181350"/>
                  </a:cubicBezTo>
                  <a:cubicBezTo>
                    <a:pt x="5981700" y="3209290"/>
                    <a:pt x="5948680" y="3232150"/>
                    <a:pt x="5911850" y="3247390"/>
                  </a:cubicBezTo>
                  <a:cubicBezTo>
                    <a:pt x="5890260" y="3256280"/>
                    <a:pt x="5868670" y="3262630"/>
                    <a:pt x="5847080" y="3266440"/>
                  </a:cubicBezTo>
                  <a:cubicBezTo>
                    <a:pt x="5869940" y="3270250"/>
                    <a:pt x="5891530" y="3276600"/>
                    <a:pt x="5911850" y="3285490"/>
                  </a:cubicBezTo>
                  <a:cubicBezTo>
                    <a:pt x="5948680" y="3300730"/>
                    <a:pt x="5981700" y="3323590"/>
                    <a:pt x="6009640" y="3351530"/>
                  </a:cubicBezTo>
                  <a:cubicBezTo>
                    <a:pt x="6037580" y="3379470"/>
                    <a:pt x="6060440" y="3412490"/>
                    <a:pt x="6075680" y="3449320"/>
                  </a:cubicBezTo>
                  <a:cubicBezTo>
                    <a:pt x="6079490" y="3458211"/>
                    <a:pt x="6082030" y="3467100"/>
                    <a:pt x="6085840" y="3475991"/>
                  </a:cubicBezTo>
                  <a:lnTo>
                    <a:pt x="6085840" y="5803900"/>
                  </a:lnTo>
                  <a:cubicBezTo>
                    <a:pt x="6085840" y="6582410"/>
                    <a:pt x="5782310" y="7313930"/>
                    <a:pt x="5232400" y="786511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828459" y="1533173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DISCUSSION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07119" y="3633291"/>
            <a:ext cx="7705920" cy="4490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 Phasellus a lacus sit amet urna tempor sollicitudin.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07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4488432" y="-425092"/>
            <a:ext cx="1656227" cy="1686898"/>
          </a:xfrm>
          <a:custGeom>
            <a:avLst/>
            <a:gdLst/>
            <a:ahLst/>
            <a:cxnLst/>
            <a:rect r="r" b="b" t="t" l="l"/>
            <a:pathLst>
              <a:path h="1686898" w="1656227">
                <a:moveTo>
                  <a:pt x="0" y="1686898"/>
                </a:moveTo>
                <a:lnTo>
                  <a:pt x="1656227" y="1686898"/>
                </a:lnTo>
                <a:lnTo>
                  <a:pt x="1656227" y="0"/>
                </a:lnTo>
                <a:lnTo>
                  <a:pt x="0" y="0"/>
                </a:lnTo>
                <a:lnTo>
                  <a:pt x="0" y="168689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8459" y="828675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REFLECTION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70044" y="2877917"/>
            <a:ext cx="12547913" cy="224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70044" y="5249511"/>
            <a:ext cx="12547913" cy="280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 Phasellus a lacus sit amet urna tempor sollicitudin.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6403986" y="7805142"/>
            <a:ext cx="2756130" cy="2807170"/>
          </a:xfrm>
          <a:custGeom>
            <a:avLst/>
            <a:gdLst/>
            <a:ahLst/>
            <a:cxnLst/>
            <a:rect r="r" b="b" t="t" l="l"/>
            <a:pathLst>
              <a:path h="2807170" w="2756130">
                <a:moveTo>
                  <a:pt x="2756131" y="0"/>
                </a:moveTo>
                <a:lnTo>
                  <a:pt x="0" y="0"/>
                </a:lnTo>
                <a:lnTo>
                  <a:pt x="0" y="2807170"/>
                </a:lnTo>
                <a:lnTo>
                  <a:pt x="2756131" y="2807170"/>
                </a:lnTo>
                <a:lnTo>
                  <a:pt x="27561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08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8459" y="847725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46454" y="2701868"/>
            <a:ext cx="13795092" cy="168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46454" y="4581022"/>
            <a:ext cx="13795092" cy="168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46454" y="6460175"/>
            <a:ext cx="13795092" cy="168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09</a:t>
            </a:r>
          </a:p>
        </p:txBody>
      </p:sp>
      <p:sp>
        <p:nvSpPr>
          <p:cNvPr name="Freeform 10" id="10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865452" y="1104366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2422652"/>
                </a:moveTo>
                <a:lnTo>
                  <a:pt x="2378604" y="2422652"/>
                </a:lnTo>
                <a:lnTo>
                  <a:pt x="2378604" y="0"/>
                </a:lnTo>
                <a:lnTo>
                  <a:pt x="0" y="0"/>
                </a:lnTo>
                <a:lnTo>
                  <a:pt x="0" y="24226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15532" y="3012278"/>
            <a:ext cx="8256935" cy="4262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4"/>
              </a:lnSpc>
            </a:pPr>
            <a:r>
              <a:rPr lang="en-US" b="true" sz="14003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6287443" y="7592438"/>
            <a:ext cx="2686140" cy="3184002"/>
          </a:xfrm>
          <a:custGeom>
            <a:avLst/>
            <a:gdLst/>
            <a:ahLst/>
            <a:cxnLst/>
            <a:rect r="r" b="b" t="t" l="l"/>
            <a:pathLst>
              <a:path h="3184002" w="2686140">
                <a:moveTo>
                  <a:pt x="2686139" y="0"/>
                </a:moveTo>
                <a:lnTo>
                  <a:pt x="0" y="0"/>
                </a:lnTo>
                <a:lnTo>
                  <a:pt x="0" y="3184002"/>
                </a:lnTo>
                <a:lnTo>
                  <a:pt x="2686139" y="3184002"/>
                </a:lnTo>
                <a:lnTo>
                  <a:pt x="26861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87443" y="7422745"/>
            <a:ext cx="815830" cy="830937"/>
          </a:xfrm>
          <a:custGeom>
            <a:avLst/>
            <a:gdLst/>
            <a:ahLst/>
            <a:cxnLst/>
            <a:rect r="r" b="b" t="t" l="l"/>
            <a:pathLst>
              <a:path h="830937" w="815830">
                <a:moveTo>
                  <a:pt x="815829" y="0"/>
                </a:moveTo>
                <a:lnTo>
                  <a:pt x="0" y="0"/>
                </a:lnTo>
                <a:lnTo>
                  <a:pt x="0" y="830938"/>
                </a:lnTo>
                <a:lnTo>
                  <a:pt x="815829" y="830938"/>
                </a:lnTo>
                <a:lnTo>
                  <a:pt x="81582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777144" y="-707936"/>
            <a:ext cx="4169756" cy="2519853"/>
          </a:xfrm>
          <a:custGeom>
            <a:avLst/>
            <a:gdLst/>
            <a:ahLst/>
            <a:cxnLst/>
            <a:rect r="r" b="b" t="t" l="l"/>
            <a:pathLst>
              <a:path h="2519853" w="4169756">
                <a:moveTo>
                  <a:pt x="0" y="2519853"/>
                </a:moveTo>
                <a:lnTo>
                  <a:pt x="4169757" y="2519853"/>
                </a:lnTo>
                <a:lnTo>
                  <a:pt x="4169757" y="0"/>
                </a:lnTo>
                <a:lnTo>
                  <a:pt x="0" y="0"/>
                </a:lnTo>
                <a:lnTo>
                  <a:pt x="0" y="25198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895387" y="-707936"/>
            <a:ext cx="4169756" cy="2519853"/>
          </a:xfrm>
          <a:custGeom>
            <a:avLst/>
            <a:gdLst/>
            <a:ahLst/>
            <a:cxnLst/>
            <a:rect r="r" b="b" t="t" l="l"/>
            <a:pathLst>
              <a:path h="2519853" w="4169756">
                <a:moveTo>
                  <a:pt x="4169757" y="2519853"/>
                </a:moveTo>
                <a:lnTo>
                  <a:pt x="0" y="2519853"/>
                </a:lnTo>
                <a:lnTo>
                  <a:pt x="0" y="0"/>
                </a:lnTo>
                <a:lnTo>
                  <a:pt x="4169757" y="0"/>
                </a:lnTo>
                <a:lnTo>
                  <a:pt x="4169757" y="25198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90032" y="7429442"/>
            <a:ext cx="2686140" cy="3184002"/>
          </a:xfrm>
          <a:custGeom>
            <a:avLst/>
            <a:gdLst/>
            <a:ahLst/>
            <a:cxnLst/>
            <a:rect r="r" b="b" t="t" l="l"/>
            <a:pathLst>
              <a:path h="3184002" w="2686140">
                <a:moveTo>
                  <a:pt x="0" y="0"/>
                </a:moveTo>
                <a:lnTo>
                  <a:pt x="2686139" y="0"/>
                </a:lnTo>
                <a:lnTo>
                  <a:pt x="2686139" y="3184002"/>
                </a:lnTo>
                <a:lnTo>
                  <a:pt x="0" y="3184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1701" y="7274722"/>
            <a:ext cx="815830" cy="830937"/>
          </a:xfrm>
          <a:custGeom>
            <a:avLst/>
            <a:gdLst/>
            <a:ahLst/>
            <a:cxnLst/>
            <a:rect r="r" b="b" t="t" l="l"/>
            <a:pathLst>
              <a:path h="830937" w="815830">
                <a:moveTo>
                  <a:pt x="0" y="0"/>
                </a:moveTo>
                <a:lnTo>
                  <a:pt x="815830" y="0"/>
                </a:lnTo>
                <a:lnTo>
                  <a:pt x="815830" y="830937"/>
                </a:lnTo>
                <a:lnTo>
                  <a:pt x="0" y="830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09136" y="1318373"/>
            <a:ext cx="3669727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DAHV5gUaMM4</dc:identifier>
  <dcterms:modified xsi:type="dcterms:W3CDTF">2011-08-01T06:04:30Z</dcterms:modified>
  <cp:revision>1</cp:revision>
  <dc:title>Blue White and Gray Minimalist Professional Project Presentation</dc:title>
</cp:coreProperties>
</file>